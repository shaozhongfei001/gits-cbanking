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GITS-KNO 系统架构图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六层分层架构 · Port/Adapter 解耦 · DKWS 知识供应链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749808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241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ZONE A · 前端展示层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Vue3 + Naive UI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前端框架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011680" y="1261872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2618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 Store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011680" y="14264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3566160" y="1261872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12618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vue-query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14264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数据请求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120640" y="1261872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0" y="12618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20640" y="14264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图表可视化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6675120" y="1261872"/>
            <a:ext cx="13716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261872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675120" y="142646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样式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" y="1828800"/>
            <a:ext cx="7498080" cy="685800"/>
          </a:xfrm>
          <a:prstGeom prst="rect">
            <a:avLst/>
          </a:prstGeom>
          <a:solidFill>
            <a:srgbClr val="F8F9FA"/>
          </a:solidFill>
          <a:ln w="635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7200" y="1847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ZONE B · 应用层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2084832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0848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服务 (8080)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224942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· REST Controller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743200" y="2084832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20848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(8090)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0" y="224942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事件处理 · 异步任务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029200" y="2084832"/>
            <a:ext cx="210312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889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20848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EngagementConfig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0" y="224942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模式切换 · LLM/DMN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274320" y="2651760"/>
            <a:ext cx="7498080" cy="1234440"/>
          </a:xfrm>
          <a:prstGeom prst="rect">
            <a:avLst/>
          </a:prstGeom>
          <a:solidFill>
            <a:srgbClr val="F8F9FA"/>
          </a:solidFill>
          <a:ln w="635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267004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ZONE C · 领域核心层 (modules) — 六模块 · Port 接口解耦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" y="292608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2926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运营本体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31272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operational-ontology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103120" y="292608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03120" y="2926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客户旅程引擎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103120" y="31272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customer-journey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749040" y="292608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49040" y="2926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评估与评分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49040" y="31272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evaluation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486400" y="2926080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0" y="292608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语义运行时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0" y="3127248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semantic-runtime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7200" y="3456432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45643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上下文与证据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36576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context-evidence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103120" y="3456432"/>
            <a:ext cx="14630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8890">
            <a:solidFill>
              <a:srgbClr val="2D314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03120" y="3456432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人工动作门禁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103120" y="365760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human-action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3749040" y="3456432"/>
            <a:ext cx="3200400" cy="411480"/>
          </a:xfrm>
          <a:prstGeom prst="roundRect">
            <a:avLst>
              <a:gd name="adj" fmla="val 11111"/>
            </a:avLst>
          </a:prstGeom>
          <a:solidFill>
            <a:srgbClr val="F0F2F5"/>
          </a:solidFill>
          <a:ln w="6350">
            <a:solidFill>
              <a:srgbClr val="4F5D75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3749040" y="345643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 接口层 · *Port.java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749040" y="3639312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模块间禁止直接依赖实现类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74320" y="4023360"/>
            <a:ext cx="7498080" cy="548640"/>
          </a:xfrm>
          <a:prstGeom prst="rect">
            <a:avLst/>
          </a:prstGeom>
          <a:solidFill>
            <a:srgbClr val="EBF0FA"/>
          </a:solidFill>
          <a:ln w="6350">
            <a:solidFill>
              <a:srgbClr val="2E5AA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57200" y="40416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ZONE C2 · 场景层 (scenario)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57200" y="4224528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2E5AA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422452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场景执行引擎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57200" y="4370832"/>
            <a:ext cx="1920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scenario/execute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2560320" y="4224528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4F5D7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60320" y="422452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种子数据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2560320" y="4370832"/>
            <a:ext cx="1920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scenario/seed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4663440" y="4224528"/>
            <a:ext cx="192024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620">
            <a:solidFill>
              <a:srgbClr val="E86C3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63440" y="4224528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DKWS 平台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663440" y="4370832"/>
            <a:ext cx="19202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scenario/dkws-platform</a:t>
            </a:r>
            <a:endParaRPr lang="en-US" sz="600" dirty="0"/>
          </a:p>
        </p:txBody>
      </p:sp>
      <p:sp>
        <p:nvSpPr>
          <p:cNvPr id="66" name="Shape 64"/>
          <p:cNvSpPr/>
          <p:nvPr/>
        </p:nvSpPr>
        <p:spPr>
          <a:xfrm>
            <a:off x="8046720" y="1005840"/>
            <a:ext cx="3840480" cy="2606040"/>
          </a:xfrm>
          <a:prstGeom prst="rect">
            <a:avLst/>
          </a:prstGeom>
          <a:solidFill>
            <a:srgbClr val="FFF5EE"/>
          </a:solidFill>
          <a:ln w="12700">
            <a:solidFill>
              <a:srgbClr val="E86C3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8229600" y="102412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86C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ZONE D · DKWS 知识供应链平台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229600" y="1298448"/>
            <a:ext cx="1737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86C3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229600" y="12984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KnowledgeService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229600" y="148132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查询/搜索/规则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10149840" y="1298448"/>
            <a:ext cx="1737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86C3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149840" y="12984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Ingest 接入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0149840" y="148132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解析/哈希/锁</a:t>
            </a:r>
            <a:endParaRPr lang="en-US" sz="600" dirty="0"/>
          </a:p>
        </p:txBody>
      </p:sp>
      <p:sp>
        <p:nvSpPr>
          <p:cNvPr id="74" name="Shape 72"/>
          <p:cNvSpPr/>
          <p:nvPr/>
        </p:nvSpPr>
        <p:spPr>
          <a:xfrm>
            <a:off x="8229600" y="1755648"/>
            <a:ext cx="1737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86C3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29600" y="17556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Publisher 发布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8229600" y="193852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Core发布/回滚</a:t>
            </a:r>
            <a:endParaRPr lang="en-US" sz="600" dirty="0"/>
          </a:p>
        </p:txBody>
      </p:sp>
      <p:sp>
        <p:nvSpPr>
          <p:cNvPr id="77" name="Shape 75"/>
          <p:cNvSpPr/>
          <p:nvPr/>
        </p:nvSpPr>
        <p:spPr>
          <a:xfrm>
            <a:off x="10149840" y="1755648"/>
            <a:ext cx="1737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86C3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149840" y="17556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 SM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10149840" y="193852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任务/资产/发布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8229600" y="2212848"/>
            <a:ext cx="1737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86C3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229600" y="22128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API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229600" y="239572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可选</a:t>
            </a:r>
            <a:endParaRPr lang="en-US" sz="600" dirty="0"/>
          </a:p>
        </p:txBody>
      </p:sp>
      <p:sp>
        <p:nvSpPr>
          <p:cNvPr id="83" name="Shape 81"/>
          <p:cNvSpPr/>
          <p:nvPr/>
        </p:nvSpPr>
        <p:spPr>
          <a:xfrm>
            <a:off x="10149840" y="2212848"/>
            <a:ext cx="173736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E86C3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149840" y="221284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Workspace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10149840" y="2395728"/>
            <a:ext cx="1737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文件系统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8229600" y="2670048"/>
            <a:ext cx="3657600" cy="320040"/>
          </a:xfrm>
          <a:prstGeom prst="roundRect">
            <a:avLst>
              <a:gd name="adj" fmla="val 11429"/>
            </a:avLst>
          </a:prstGeom>
          <a:solidFill>
            <a:srgbClr val="FFF0E5"/>
          </a:solidFill>
          <a:ln w="3810">
            <a:solidFill>
              <a:srgbClr val="E86C3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29600" y="26700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6C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 → Staging → Validated → Approved → Core → Published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8046720" y="1371600"/>
            <a:ext cx="-365760" cy="0"/>
          </a:xfrm>
          <a:prstGeom prst="line">
            <a:avLst/>
          </a:prstGeom>
          <a:noFill/>
          <a:ln w="12700">
            <a:solidFill>
              <a:srgbClr val="E86C36"/>
            </a:solidFill>
            <a:prstDash val="solid"/>
            <a:tailEnd type="triangle"/>
          </a:ln>
        </p:spPr>
      </p:sp>
      <p:sp>
        <p:nvSpPr>
          <p:cNvPr id="89" name="Text 87"/>
          <p:cNvSpPr/>
          <p:nvPr/>
        </p:nvSpPr>
        <p:spPr>
          <a:xfrm>
            <a:off x="6858000" y="12344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6C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知识供给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8046720" y="2377440"/>
            <a:ext cx="-274320" cy="731520"/>
          </a:xfrm>
          <a:prstGeom prst="line">
            <a:avLst/>
          </a:prstGeom>
          <a:noFill/>
          <a:ln w="10160">
            <a:solidFill>
              <a:srgbClr val="E86C36"/>
            </a:solidFill>
            <a:prstDash val="dash"/>
            <a:tailEnd type="triangle"/>
          </a:ln>
        </p:spPr>
      </p:sp>
      <p:sp>
        <p:nvSpPr>
          <p:cNvPr id="91" name="Text 89"/>
          <p:cNvSpPr/>
          <p:nvPr/>
        </p:nvSpPr>
        <p:spPr>
          <a:xfrm>
            <a:off x="6949440" y="28346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6C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知识供给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144000" y="2990088"/>
            <a:ext cx="0" cy="457200"/>
          </a:xfrm>
          <a:prstGeom prst="line">
            <a:avLst/>
          </a:prstGeom>
          <a:noFill/>
          <a:ln w="10160">
            <a:solidFill>
              <a:srgbClr val="E86C36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9144000" y="3447288"/>
            <a:ext cx="-4572000" cy="0"/>
          </a:xfrm>
          <a:prstGeom prst="line">
            <a:avLst/>
          </a:prstGeom>
          <a:noFill/>
          <a:ln w="10160">
            <a:solidFill>
              <a:srgbClr val="E86C36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4572000" y="3447288"/>
            <a:ext cx="0" cy="-2286000"/>
          </a:xfrm>
          <a:prstGeom prst="line">
            <a:avLst/>
          </a:prstGeom>
          <a:noFill/>
          <a:ln w="10160">
            <a:solidFill>
              <a:srgbClr val="E86C36"/>
            </a:solidFill>
            <a:prstDash val="dash"/>
            <a:tailEnd type="triangle"/>
          </a:ln>
        </p:spPr>
      </p:sp>
      <p:sp>
        <p:nvSpPr>
          <p:cNvPr id="95" name="Text 93"/>
          <p:cNvSpPr/>
          <p:nvPr/>
        </p:nvSpPr>
        <p:spPr>
          <a:xfrm>
            <a:off x="6400800" y="352044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6C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图谱数据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74320" y="4709160"/>
            <a:ext cx="7498080" cy="548640"/>
          </a:xfrm>
          <a:prstGeom prst="rect">
            <a:avLst/>
          </a:prstGeom>
          <a:solidFill>
            <a:srgbClr val="F8F9FA"/>
          </a:solidFill>
          <a:ln w="635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457200" y="47274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ZONE E · 适配层 (adapters)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457200" y="4919472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0F2F5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7200" y="4919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persistence-relational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011680" y="4919472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0F2F5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011680" y="4919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persistence-semantic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3566160" y="4919472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0F2F5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566160" y="4919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knowledge-filesystem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5120640" y="4919472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0F2F5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120640" y="4919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oracle-readonly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6675120" y="4919472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0F2F5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675120" y="4919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crm-writeback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1188720" y="3867912"/>
            <a:ext cx="0" cy="1051560"/>
          </a:xfrm>
          <a:prstGeom prst="line">
            <a:avLst/>
          </a:prstGeom>
          <a:noFill/>
          <a:ln w="635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2743200" y="3867912"/>
            <a:ext cx="0" cy="1051560"/>
          </a:xfrm>
          <a:prstGeom prst="line">
            <a:avLst/>
          </a:prstGeom>
          <a:noFill/>
          <a:ln w="635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4480560" y="3867912"/>
            <a:ext cx="0" cy="1051560"/>
          </a:xfrm>
          <a:prstGeom prst="line">
            <a:avLst/>
          </a:prstGeom>
          <a:noFill/>
          <a:ln w="635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11" name="Shape 109"/>
          <p:cNvSpPr/>
          <p:nvPr/>
        </p:nvSpPr>
        <p:spPr>
          <a:xfrm>
            <a:off x="6217920" y="3867912"/>
            <a:ext cx="0" cy="1051560"/>
          </a:xfrm>
          <a:prstGeom prst="line">
            <a:avLst/>
          </a:prstGeom>
          <a:noFill/>
          <a:ln w="635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12" name="Shape 110"/>
          <p:cNvSpPr/>
          <p:nvPr/>
        </p:nvSpPr>
        <p:spPr>
          <a:xfrm>
            <a:off x="274320" y="5394960"/>
            <a:ext cx="11612880" cy="548640"/>
          </a:xfrm>
          <a:prstGeom prst="rect">
            <a:avLst/>
          </a:prstGeom>
          <a:solidFill>
            <a:srgbClr val="F8F9FA"/>
          </a:solidFill>
          <a:ln w="6350">
            <a:solidFill>
              <a:srgbClr val="D0D5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3" name="Text 111"/>
          <p:cNvSpPr/>
          <p:nvPr/>
        </p:nvSpPr>
        <p:spPr>
          <a:xfrm>
            <a:off x="457200" y="54132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ZONE F · 数据存储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457200" y="5596128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5F6F8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57200" y="5596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/ MySQL</a:t>
            </a:r>
            <a:endParaRPr lang="en-US" sz="700" dirty="0"/>
          </a:p>
        </p:txBody>
      </p:sp>
      <p:sp>
        <p:nvSpPr>
          <p:cNvPr id="116" name="Shape 114"/>
          <p:cNvSpPr/>
          <p:nvPr/>
        </p:nvSpPr>
        <p:spPr>
          <a:xfrm>
            <a:off x="2011680" y="5596128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5F6F8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011680" y="5596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Jena TDB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3566160" y="5596128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5F6F8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566160" y="5596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知识文件</a:t>
            </a:r>
            <a:endParaRPr lang="en-US" sz="700" dirty="0"/>
          </a:p>
        </p:txBody>
      </p:sp>
      <p:sp>
        <p:nvSpPr>
          <p:cNvPr id="120" name="Shape 118"/>
          <p:cNvSpPr/>
          <p:nvPr/>
        </p:nvSpPr>
        <p:spPr>
          <a:xfrm>
            <a:off x="5120640" y="5596128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5F6F8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120640" y="5596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 (只读)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6675120" y="5596128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5F6F8"/>
          </a:solidFill>
          <a:ln w="5080">
            <a:solidFill>
              <a:srgbClr val="E86C3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6675120" y="5596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DKWS Workspace</a:t>
            </a:r>
            <a:endParaRPr lang="en-US" sz="700" dirty="0"/>
          </a:p>
        </p:txBody>
      </p:sp>
      <p:sp>
        <p:nvSpPr>
          <p:cNvPr id="124" name="Shape 122"/>
          <p:cNvSpPr/>
          <p:nvPr/>
        </p:nvSpPr>
        <p:spPr>
          <a:xfrm>
            <a:off x="8229600" y="5596128"/>
            <a:ext cx="1371600" cy="274320"/>
          </a:xfrm>
          <a:prstGeom prst="roundRect">
            <a:avLst>
              <a:gd name="adj" fmla="val 13333"/>
            </a:avLst>
          </a:prstGeom>
          <a:solidFill>
            <a:srgbClr val="F5F6F8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229600" y="559612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Flyway 迁移</a:t>
            </a:r>
            <a:endParaRPr lang="en-US" sz="700" dirty="0"/>
          </a:p>
        </p:txBody>
      </p:sp>
      <p:sp>
        <p:nvSpPr>
          <p:cNvPr id="126" name="Shape 124"/>
          <p:cNvSpPr/>
          <p:nvPr/>
        </p:nvSpPr>
        <p:spPr>
          <a:xfrm>
            <a:off x="1143000" y="5193792"/>
            <a:ext cx="0" cy="402336"/>
          </a:xfrm>
          <a:prstGeom prst="line">
            <a:avLst/>
          </a:prstGeom>
          <a:noFill/>
          <a:ln w="635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27" name="Shape 125"/>
          <p:cNvSpPr/>
          <p:nvPr/>
        </p:nvSpPr>
        <p:spPr>
          <a:xfrm>
            <a:off x="2697480" y="5193792"/>
            <a:ext cx="0" cy="402336"/>
          </a:xfrm>
          <a:prstGeom prst="line">
            <a:avLst/>
          </a:prstGeom>
          <a:noFill/>
          <a:ln w="635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4251960" y="5193792"/>
            <a:ext cx="0" cy="402336"/>
          </a:xfrm>
          <a:prstGeom prst="line">
            <a:avLst/>
          </a:prstGeom>
          <a:noFill/>
          <a:ln w="635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>
            <a:off x="5806440" y="5193792"/>
            <a:ext cx="0" cy="402336"/>
          </a:xfrm>
          <a:prstGeom prst="line">
            <a:avLst/>
          </a:prstGeom>
          <a:noFill/>
          <a:ln w="6350">
            <a:solidFill>
              <a:srgbClr val="4F5D75"/>
            </a:solidFill>
            <a:prstDash val="solid"/>
            <a:tailEnd type="triangle"/>
          </a:ln>
        </p:spPr>
      </p:sp>
      <p:sp>
        <p:nvSpPr>
          <p:cNvPr id="130" name="Shape 128"/>
          <p:cNvSpPr/>
          <p:nvPr/>
        </p:nvSpPr>
        <p:spPr>
          <a:xfrm>
            <a:off x="7360920" y="5193792"/>
            <a:ext cx="0" cy="402336"/>
          </a:xfrm>
          <a:prstGeom prst="line">
            <a:avLst/>
          </a:prstGeom>
          <a:noFill/>
          <a:ln w="6350">
            <a:solidFill>
              <a:srgbClr val="4F5D75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GITS-KNO 业务流程图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五阶段业务流程 · 从访前准备到知识供应链闭环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1612880" cy="274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 · 访前准备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44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客户经理发起旅程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startJourney()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017520" y="1636776"/>
            <a:ext cx="182880" cy="0"/>
          </a:xfrm>
          <a:prstGeom prst="line">
            <a:avLst/>
          </a:prstGeom>
          <a:noFill/>
          <a:ln w="1016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00400" y="144475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444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生成访前报告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00400" y="160934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LlmClientPort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760720" y="1636776"/>
            <a:ext cx="182880" cy="0"/>
          </a:xfrm>
          <a:prstGeom prst="line">
            <a:avLst/>
          </a:prstGeom>
          <a:noFill/>
          <a:ln w="1016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43600" y="144475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1444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场景执行引擎装配知识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943600" y="160934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SimulatedKnowledgeProvider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8503920" y="1636776"/>
            <a:ext cx="182880" cy="0"/>
          </a:xfrm>
          <a:prstGeom prst="line">
            <a:avLst/>
          </a:prstGeom>
          <a:noFill/>
          <a:ln w="1016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86800" y="144475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1E2761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0" y="14447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返回访前准备结果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686800" y="160934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PreparedPrevisitResponse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74320" y="2103120"/>
            <a:ext cx="11612880" cy="2743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 · 会中交互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45059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24505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客户经理与客户面谈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26151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人工交互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017520" y="2642616"/>
            <a:ext cx="182880" cy="0"/>
          </a:xfrm>
          <a:prstGeom prst="line">
            <a:avLst/>
          </a:prstGeom>
          <a:noFill/>
          <a:ln w="1016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200400" y="245059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0" y="24505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记录交互事件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00400" y="26151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DomainEventPublisher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760720" y="2642616"/>
            <a:ext cx="182880" cy="0"/>
          </a:xfrm>
          <a:prstGeom prst="line">
            <a:avLst/>
          </a:prstGeom>
          <a:noFill/>
          <a:ln w="1016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943600" y="245059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0" y="24505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构建上下文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943600" y="26151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ContextEvidence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74320" y="2926080"/>
            <a:ext cx="11612880" cy="2743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 · 访后处理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327355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57200" y="32735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访后处理触发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343814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postvisit()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017520" y="3465576"/>
            <a:ext cx="182880" cy="0"/>
          </a:xfrm>
          <a:prstGeom prst="line">
            <a:avLst/>
          </a:prstGeom>
          <a:noFill/>
          <a:ln w="1016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200400" y="327355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200400" y="32735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KYC 洞察生成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00400" y="343814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KycInsightService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5760720" y="3465576"/>
            <a:ext cx="182880" cy="0"/>
          </a:xfrm>
          <a:prstGeom prst="line">
            <a:avLst/>
          </a:prstGeom>
          <a:noFill/>
          <a:ln w="1016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943600" y="327355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5943600" y="32735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声明对账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43600" y="343814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ClaimReconciliationPort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503920" y="3465576"/>
            <a:ext cx="182880" cy="0"/>
          </a:xfrm>
          <a:prstGeom prst="line">
            <a:avLst/>
          </a:prstGeom>
          <a:noFill/>
          <a:ln w="10160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8686800" y="327355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05966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8686800" y="32735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发布领域事件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686800" y="343814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DomainEventPublisher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274320" y="3931920"/>
            <a:ext cx="11612880" cy="274320"/>
          </a:xfrm>
          <a:prstGeom prst="rect">
            <a:avLst/>
          </a:prstGeom>
          <a:solidFill>
            <a:srgbClr val="E86C36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4 · DKWS 知识供应链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" y="427939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E86C3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457200" y="42793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原始素材接入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57200" y="44439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Ingest 解析/哈希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017520" y="4471416"/>
            <a:ext cx="182880" cy="0"/>
          </a:xfrm>
          <a:prstGeom prst="line">
            <a:avLst/>
          </a:prstGeom>
          <a:noFill/>
          <a:ln w="10160">
            <a:solidFill>
              <a:srgbClr val="E86C36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3200400" y="427939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E86C3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3200400" y="42793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状态机驱动生命周期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200400" y="44439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Raw→Staging→Validated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5760720" y="4471416"/>
            <a:ext cx="182880" cy="0"/>
          </a:xfrm>
          <a:prstGeom prst="line">
            <a:avLst/>
          </a:prstGeom>
          <a:noFill/>
          <a:ln w="10160">
            <a:solidFill>
              <a:srgbClr val="E86C36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943600" y="427939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E86C3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943600" y="42793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人工审批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943600" y="44439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Approved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8503920" y="4471416"/>
            <a:ext cx="182880" cy="0"/>
          </a:xfrm>
          <a:prstGeom prst="line">
            <a:avLst/>
          </a:prstGeom>
          <a:noFill/>
          <a:ln w="10160">
            <a:solidFill>
              <a:srgbClr val="E86C36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8686800" y="427939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E86C3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686800" y="42793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发布到 Core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686800" y="444398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Publisher 发布/回滚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274320" y="4937760"/>
            <a:ext cx="1161288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9" name="Text 67"/>
          <p:cNvSpPr/>
          <p:nvPr/>
        </p:nvSpPr>
        <p:spPr>
          <a:xfrm>
            <a:off x="457200" y="4937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5 · 供应链图谱构建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57200" y="528523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57200" y="52852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DKWS 知识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57200" y="544982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SupplyChainGraphService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3017520" y="5477256"/>
            <a:ext cx="182880" cy="0"/>
          </a:xfrm>
          <a:prstGeom prst="line">
            <a:avLst/>
          </a:prstGeom>
          <a:noFill/>
          <a:ln w="1016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3200400" y="528523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3200400" y="52852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构建企业关联图谱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3200400" y="544982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股权/担保/投资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5760720" y="5477256"/>
            <a:ext cx="182880" cy="0"/>
          </a:xfrm>
          <a:prstGeom prst="line">
            <a:avLst/>
          </a:prstGeom>
          <a:noFill/>
          <a:ln w="1016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5943600" y="528523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5943600" y="52852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前端可视化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943600" y="544982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 图谱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8503920" y="5477256"/>
            <a:ext cx="182880" cy="0"/>
          </a:xfrm>
          <a:prstGeom prst="line">
            <a:avLst/>
          </a:prstGeom>
          <a:noFill/>
          <a:ln w="10160">
            <a:solidFill>
              <a:srgbClr val="7C3AED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8686800" y="5285232"/>
            <a:ext cx="25603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3" name="Text 81"/>
          <p:cNvSpPr/>
          <p:nvPr/>
        </p:nvSpPr>
        <p:spPr>
          <a:xfrm>
            <a:off x="8686800" y="52852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风险传导分析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8686800" y="5449824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路径识别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5943600" y="1828800"/>
            <a:ext cx="0" cy="274320"/>
          </a:xfrm>
          <a:prstGeom prst="line">
            <a:avLst/>
          </a:prstGeom>
          <a:noFill/>
          <a:ln w="10160">
            <a:solidFill>
              <a:srgbClr val="7A8399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>
            <a:off x="5943600" y="2834640"/>
            <a:ext cx="0" cy="91440"/>
          </a:xfrm>
          <a:prstGeom prst="line">
            <a:avLst/>
          </a:prstGeom>
          <a:noFill/>
          <a:ln w="10160">
            <a:solidFill>
              <a:srgbClr val="7A8399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5943600" y="3657600"/>
            <a:ext cx="0" cy="274320"/>
          </a:xfrm>
          <a:prstGeom prst="line">
            <a:avLst/>
          </a:prstGeom>
          <a:noFill/>
          <a:ln w="10160">
            <a:solidFill>
              <a:srgbClr val="7A8399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5943600" y="4663440"/>
            <a:ext cx="0" cy="274320"/>
          </a:xfrm>
          <a:prstGeom prst="line">
            <a:avLst/>
          </a:prstGeom>
          <a:noFill/>
          <a:ln w="10160">
            <a:solidFill>
              <a:srgbClr val="7A8399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11430000" y="5303520"/>
            <a:ext cx="0" cy="-3931920"/>
          </a:xfrm>
          <a:prstGeom prst="line">
            <a:avLst/>
          </a:prstGeom>
          <a:noFill/>
          <a:ln w="10160">
            <a:solidFill>
              <a:srgbClr val="E86C36"/>
            </a:solidFill>
            <a:prstDash val="dash"/>
            <a:tailEnd type="triangle"/>
          </a:ln>
        </p:spPr>
      </p:sp>
      <p:sp>
        <p:nvSpPr>
          <p:cNvPr id="90" name="Text 88"/>
          <p:cNvSpPr/>
          <p:nvPr/>
        </p:nvSpPr>
        <p:spPr>
          <a:xfrm>
            <a:off x="1097280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86C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知识回流闭环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GITS-KNO 技术栈图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L1~L5 五层技术栈 · 工程实践 · DKWS 独立层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4630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0972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· 前端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920240" y="11430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143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143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TypeScript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143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897880" y="11430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143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Naive UI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223760" y="11430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1143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TDesign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549640" y="11430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49640" y="1143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875520" y="11430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1143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vue-query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201400" y="11430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01400" y="11430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Tailwind CSS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920240" y="155448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20240" y="1554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011680"/>
            <a:ext cx="146304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201168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· 应用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20240" y="20574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20240" y="2057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246120" y="20574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057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Modulith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572000" y="20574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2057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Security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897880" y="20574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057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Events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223760" y="205740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2057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Actuator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74320" y="2743200"/>
            <a:ext cx="146304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27432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· 领域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20240" y="278892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92024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246120" y="278892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 / MySQL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572000" y="278892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Apache Jena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897880" y="278892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9788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OWL API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223760" y="278892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2376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KIE DMN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8549640" y="278892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49640" y="27889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Flyway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74320" y="3474720"/>
            <a:ext cx="146304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1" name="Text 49"/>
          <p:cNvSpPr/>
          <p:nvPr/>
        </p:nvSpPr>
        <p:spPr>
          <a:xfrm>
            <a:off x="274320" y="34747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· 基础设施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920240" y="352044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20240" y="3520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246120" y="352044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46120" y="3520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 Compose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572000" y="352044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3520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Maven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897880" y="352044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97880" y="3520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JaCoCo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223760" y="352044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23760" y="3520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OWASP DepCheck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8549640" y="352044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49640" y="3520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4206240"/>
            <a:ext cx="1463040" cy="548640"/>
          </a:xfrm>
          <a:prstGeom prst="rect">
            <a:avLst/>
          </a:prstGeom>
          <a:solidFill>
            <a:srgbClr val="E86C36"/>
          </a:solidFill>
          <a:ln/>
        </p:spPr>
      </p:sp>
      <p:sp>
        <p:nvSpPr>
          <p:cNvPr id="65" name="Text 63"/>
          <p:cNvSpPr/>
          <p:nvPr/>
        </p:nvSpPr>
        <p:spPr>
          <a:xfrm>
            <a:off x="274320" y="4206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 · DKWS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920240" y="425196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86C3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920240" y="4251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3.12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3246120" y="425196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86C3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246120" y="4251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Pydantic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572000" y="425196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86C3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572000" y="4251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897880" y="425196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86C3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97880" y="4251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223760" y="4251960"/>
            <a:ext cx="1188720" cy="32004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6350">
            <a:solidFill>
              <a:srgbClr val="E86C3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23760" y="42519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FS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274320" y="5120640"/>
            <a:ext cx="11612880" cy="45720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7200" y="51206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工程实践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1828800" y="51937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828800" y="51937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First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2834640" y="51937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834640" y="51937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 SSOT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3840480" y="51937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840480" y="51937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Port/Adapter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46320" y="51937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846320" y="51937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TDD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5852160" y="51937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52160" y="51937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JaCoCo ≥80%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6858000" y="51937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858000" y="51937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Flyway 迁移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7863840" y="51937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863840" y="51937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结构化日志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8869680" y="51937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869680" y="51937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9875520" y="51937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9875520" y="51937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Zipkin 追踪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10881360" y="5193792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4F5D7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881360" y="519379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Key 认证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274320" y="5760720"/>
            <a:ext cx="11612880" cy="457200"/>
          </a:xfrm>
          <a:prstGeom prst="rect">
            <a:avLst/>
          </a:prstGeom>
          <a:solidFill>
            <a:srgbClr val="F0F2F5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57200" y="57607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5D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1828800" y="5833872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0891B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828800" y="5833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Micrometer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3840480" y="5833872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0891B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840480" y="5833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Registry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5852160" y="5833872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0891B2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852160" y="5833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Zipkin 100%采样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7863840" y="5833872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0891B2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863840" y="5833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 结构化日志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9875520" y="5833872"/>
            <a:ext cx="182880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5080">
            <a:solidFill>
              <a:srgbClr val="0891B2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9875520" y="583387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D31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Actuator 端点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GITS-KNO 架构设计图集</dc:title>
  <dc:subject>PptxGenJS Presentation</dc:subject>
  <dc:creator>GITS-KNO Architecture</dc:creator>
  <cp:lastModifiedBy>GITS-KNO Architecture</cp:lastModifiedBy>
  <cp:revision>1</cp:revision>
  <dcterms:created xsi:type="dcterms:W3CDTF">2026-08-22T18:28:15Z</dcterms:created>
  <dcterms:modified xsi:type="dcterms:W3CDTF">2026-08-22T18:28:15Z</dcterms:modified>
</cp:coreProperties>
</file>