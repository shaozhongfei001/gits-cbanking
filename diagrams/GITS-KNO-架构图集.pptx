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8" r:id="rId3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X" initials="S" lastIdx="0" clrIdx="0"/>
  <p:cmAuthor id="2" name="Octubre" initials="O" lastIdx="0" clrIdx="1"/>
  <p:cmAuthor id="3" name="wangwenxiu" initials="w" lastIdx="0" clrIdx="2"/>
  <p:cmAuthor id="4" name="郏鹏" initials="M" lastIdx="0" clrIdx="3"/>
  <p:cmAuthor id="5" name="Rong,Wensheng" initials="R" lastIdx="0" clrIdx="4"/>
  <p:cmAuthor id="6" name="WPS_1661227531" initials="W" lastIdx="0" clrIdx="5"/>
  <p:cmAuthor id="7" name="刘 威" initials="刘" lastIdx="0" clrIdx="6"/>
  <p:cmAuthor id="8" name="WPS_1678941670" initials="W" lastIdx="0" clrIdx="7"/>
  <p:cmAuthor id="9" name="中电金信-邱驿琳" initials="QYL" lastIdx="0" clrIdx="8"/>
  <p:cmAuthor id="10" name="挚爱一生♥祺" initials="挚" lastIdx="0" clrIdx="9"/>
  <p:cmAuthor id="11" name="作者" initials="A" lastIdx="0" clrIdx="10"/>
  <p:cmAuthor id="12" name="陈睿君" initials="ruijun" lastIdx="0" clrIdx="11"/>
  <p:cmAuthor id="13" name="孙三山" initials="孙" lastIdx="0" clrIdx="12"/>
  <p:cmAuthor id="14" name="墨墨" initials="墨" lastIdx="0" clrIdx="13"/>
  <p:cmAuthor id="15" name="Coran" initials="C" lastIdx="0" clrIdx="14"/>
  <p:cmAuthor id="16" name="zwz" initials="z" lastIdx="0" clrIdx="15"/>
  <p:cmAuthor id="17" name="未知用户3" initials="未" lastIdx="0" clrIdx="16"/>
  <p:cmAuthor id="18" name="LJY." initials="L" lastIdx="0" clrIdx="17"/>
  <p:cmAuthor id="19" name="未知用户6" initials="未" lastIdx="0" clrIdx="18"/>
  <p:cmAuthor id="20" name="许 志军" initials="许" lastIdx="0" clrIdx="19"/>
  <p:cmAuthor id="21" name="未知用户4" initials="未" lastIdx="0" clrIdx="20"/>
  <p:cmAuthor id="22" name="欧 志芳" initials="欧" lastIdx="0" clrIdx="21"/>
  <p:cmAuthor id="23" name="未知用户5" initials="未" lastIdx="0" clrIdx="22"/>
  <p:cmAuthor id="24" name="旭 文" initials="旭" lastIdx="0" clrIdx="23"/>
  <p:cmAuthor id="25" name="未知用户8" initials="未" lastIdx="0" clrIdx="24"/>
  <p:cmAuthor id="26" name="张强_ANvuaMr6" initials="authorId_361432765" lastIdx="0" clrIdx="25"/>
  <p:cmAuthor id="27" name="未知用户10" initials="未" lastIdx="0" clrIdx="26"/>
  <p:cmAuthor id="28" name="kylin3" initials="k" lastIdx="0" clrIdx="27"/>
  <p:cmAuthor id="29" name="未知用户11" initials="未" lastIdx="0" clrIdx="28"/>
  <p:cmAuthor id="30" name="海霞" initials="海霞" lastIdx="0" clrIdx="29"/>
  <p:cmAuthor id="31" name="许艳松" initials="许" lastIdx="0" clrIdx="30"/>
  <p:cmAuthor id="32" name="苏薇" initials="苏" lastIdx="0" clrIdx="31"/>
  <p:cmAuthor id="33" name="zxl" initials="z" lastIdx="0" clrIdx="32"/>
  <p:cmAuthor id="34" name="林 卓" initials="林" lastIdx="0" clrIdx="33"/>
  <p:cmAuthor id="35" name="Administrator" initials="A" lastIdx="0" clrIdx="34"/>
  <p:cmAuthor id="36" name="李飞" initials="李飞" lastIdx="0" clrIdx="35"/>
  <p:cmAuthor id="37" name="lida" initials="l" lastIdx="0" clrIdx="36"/>
  <p:cmAuthor id="38" name="Zhanwei Xiao(CUC SRD2-HZ-FZ)" initials="Z" lastIdx="0" clrIdx="37"/>
  <p:cmAuthor id="39" name="卢曦" initials="卢" lastIdx="0" clrIdx="38"/>
  <p:cmAuthor id="40" name="朱微亮" initials="朱" lastIdx="0" clrIdx="39"/>
  <p:cmAuthor id="41" name="Xin Wang (IB)" initials="X" lastIdx="0" clrIdx="40"/>
  <p:cmAuthor id="42" name="于晖_zy632mY3" initials="authorId_387757713" lastIdx="0" clrIdx="41"/>
  <p:cmAuthor id="43" name="未知用户7" initials="未" lastIdx="0" clrIdx="42"/>
  <p:cmAuthor id="44" name="yang.yuan" initials="y" lastIdx="0" clrIdx="43"/>
  <p:cmAuthor id="45" name="djz" initials="d" lastIdx="0" clrIdx="44"/>
  <p:cmAuthor id="46" name="X FOLD" initials="X" lastIdx="0" clrIdx="45"/>
  <p:cmAuthor id="47" name="周明" initials="周" lastIdx="0" clrIdx="46"/>
  <p:cmAuthor id="48" name="于洪宇_rMRzAZZ7" initials="authorId_260024" lastIdx="0" clrIdx="47"/>
  <p:cmAuthor id="49" name="Jeff.Zhou" initials="J" lastIdx="0" clrIdx="48"/>
  <p:cmAuthor id="50" name="CNPC" initials="C" lastIdx="0" clrIdx="49"/>
  <p:cmAuthor id="51" name="Danling Li" initials="D" lastIdx="0" clrIdx="50"/>
  <p:cmAuthor id="52" name="V" initials="V" lastIdx="0" clrIdx="51"/>
  <p:cmAuthor id="53" name="Saunter" initials="S" lastIdx="0" clrIdx="52"/>
  <p:cmAuthor id="54" name="贾方成" initials="贾" lastIdx="0" clrIdx="53"/>
  <p:cmAuthor id="55" name="王瑶" initials="王" lastIdx="0" clrIdx="54"/>
  <p:cmAuthor id="56" name="清泺 戴" initials="清戴" lastIdx="0" clrIdx="55"/>
  <p:cmAuthor id="57" name="Bo Yu" initials="B" lastIdx="0" clrIdx="56"/>
  <p:cmAuthor id="58" name="@" initials="@" lastIdx="0" clrIdx="57"/>
  <p:cmAuthor id="59" name="konglu2012@126.com" initials="k" lastIdx="0" clrIdx="58"/>
  <p:cmAuthor id="60" name="Ruby" initials="R" lastIdx="0" clrIdx="59"/>
  <p:cmAuthor id="61" name="ADMINIBM" initials="A" lastIdx="0" clrIdx="60"/>
  <p:cmAuthor id="62" name="海阔、天空" initials="海" lastIdx="0" clrIdx="61"/>
  <p:cmAuthor id="63" name="Maoye Ran" initials="M" lastIdx="0" clrIdx="62"/>
  <p:cmAuthor id="64" name="Rensheng Tang" initials="RT" lastIdx="0" clrIdx="63"/>
  <p:cmAuthor id="65" name="Microsoft Office 用户" initials="M" lastIdx="0" clrIdx="64"/>
  <p:cmAuthor id="66" name="Bamboo" initials="B" lastIdx="0" clrIdx="65"/>
  <p:cmAuthor id="67" name="liuky" initials="l" lastIdx="0" clrIdx="66"/>
  <p:cmAuthor id="68" name="Leon" initials="authorId_1201756929" lastIdx="0" clrIdx="67"/>
  <p:cmAuthor id="69" name="xmy" initials="x" lastIdx="0" clrIdx="68"/>
  <p:cmAuthor id="70" name="lruri" initials="l" lastIdx="0" clrIdx="69"/>
  <p:cmAuthor id="71" name="wum20" initials="w" lastIdx="0" clrIdx="70"/>
  <p:cmAuthor id="72" name="MIYAY" initials="M" lastIdx="0" clrIdx="71"/>
  <p:cmAuthor id="73" name="武敏" initials="武" lastIdx="0" clrIdx="72"/>
  <p:cmAuthor id="74" name="ZYSR-XY" initials="Z" lastIdx="0" clrIdx="73"/>
  <p:cmAuthor id="75" name="刘颖" initials="刘" lastIdx="0" clrIdx="74"/>
  <p:cmAuthor id="76" name="Chen, Naikang A." initials="C" lastIdx="0" clrIdx="75"/>
  <p:cmAuthor id="77" name="song song" initials="s" lastIdx="0" clrIdx="76"/>
  <p:cmAuthor id="78" name="曾阿婷" initials="曾" lastIdx="0" clrIdx="77"/>
  <p:cmAuthor id="79" name="yubaoquan" initials="y" lastIdx="0" clrIdx="78"/>
  <p:cmAuthor id="80" name="ting yue" initials="t" lastIdx="0" clrIdx="79"/>
  <p:cmAuthor id="81" name="david bin" initials="d" lastIdx="0" clrIdx="80"/>
  <p:cmAuthor id="82" name="MLOONG" initials="M" lastIdx="0" clrIdx="81"/>
  <p:cmAuthor id="83" name="於宝泉" initials="於" lastIdx="0" clrIdx="82"/>
  <p:cmAuthor id="84" name=" " initials=" " lastIdx="0" clrIdx="83"/>
  <p:cmAuthor id="85" name="施普希（菜菜）" initials="施" lastIdx="0" clrIdx="84"/>
  <p:cmAuthor id="86" name="Liu Dong" initials="L" lastIdx="0" clrIdx="85"/>
  <p:cmAuthor id="87" name="曹 朝辉" initials="曹" lastIdx="0" clrIdx="86"/>
  <p:cmAuthor id="88" name="Zhao Jing" initials="Z" lastIdx="0" clrIdx="87"/>
  <p:cmAuthor id="89" name="Sally Yang" initials="SY" lastIdx="0" clrIdx="88"/>
  <p:cmAuthor id="90" name="YANQING BAO" initials="Y" lastIdx="0" clrIdx="89"/>
  <p:cmAuthor id="91" name="Roet-Reinking, Nathalie" initials="R" lastIdx="0" clrIdx="90"/>
  <p:cmAuthor id="92" name="张金龙" initials="张" lastIdx="0" clrIdx="91"/>
  <p:cmAuthor id="93" name="祝惠蓉" initials="祝" lastIdx="0" clrIdx="92"/>
  <p:cmAuthor id="94" name="李霞" initials="李" lastIdx="0" clrIdx="93"/>
  <p:cmAuthor id="95" name="宋琛哲" initials="宋" lastIdx="0" clrIdx="94"/>
  <p:cmAuthor id="96" name="李明" initials="李" lastIdx="0" clrIdx="95"/>
  <p:cmAuthor id="97" name="韩瑞颖" initials="韩" lastIdx="0" clrIdx="96"/>
  <p:cmAuthor id="98" name="刘天玉" initials="刘" lastIdx="0" clrIdx="97"/>
  <p:cmAuthor id="99" name="杨志宇" initials="杨" lastIdx="0" clrIdx="98"/>
  <p:cmAuthor id="100" name="admin" initials="a" lastIdx="0" clrIdx="99"/>
  <p:cmAuthor id="101" name="吉奉刚" initials="吉" lastIdx="0" clrIdx="100"/>
  <p:cmAuthor id="102" name="陈俊奕" initials="陈" lastIdx="0" clrIdx="101"/>
  <p:cmAuthor id="103" name="宋海锐" initials="宋" lastIdx="0" clrIdx="102"/>
  <p:cmAuthor id="104" name="张谭" initials="张" lastIdx="0" clrIdx="103"/>
  <p:cmAuthor id="105" name="王彤妤" initials="王" lastIdx="0" clrIdx="104"/>
  <p:cmAuthor id="106" name="李雪雯" initials="L" lastIdx="0" clrIdx="105"/>
  <p:cmAuthor id="107" name="Lin, Zhe" initials="LZ" lastIdx="0" clrIdx="106"/>
  <p:cmAuthor id="108" name="未知用户21" initials="未" lastIdx="0" clrIdx="107"/>
  <p:cmAuthor id="109" name="xiaver xiaver" initials="xx" lastIdx="0" clrIdx="108"/>
  <p:cmAuthor id="110" name="韩军伟" initials="韩" lastIdx="0" clrIdx="109"/>
  <p:cmAuthor id="111" name="刘 阳春" initials="刘" lastIdx="0" clrIdx="110"/>
  <p:cmAuthor id="112" name="sunyiqun2016@163.com" initials="s" lastIdx="0" clrIdx="111"/>
  <p:cmAuthor id="113" name="s x" initials="s" lastIdx="0" clrIdx="112"/>
  <p:cmAuthor id="114" name="张 明晖" initials="张" lastIdx="0" clrIdx="113"/>
  <p:cmAuthor id="115" name="冉 Agnes" initials="冉" lastIdx="0" clrIdx="114"/>
  <p:cmAuthor id="116" name="姜紫竞" initials="姜" lastIdx="0" clrIdx="115"/>
  <p:cmAuthor id="117" name="Alexander" initials="A" lastIdx="0" clrIdx="116"/>
  <p:cmAuthor id="118" name="liu g" initials="l" lastIdx="0" clrIdx="117"/>
  <p:cmAuthor id="119" name="孙 宏伟" initials="孙" lastIdx="0" clrIdx="118"/>
  <p:cmAuthor id="120" name="Admin" initials="A" lastIdx="0" clrIdx="119"/>
  <p:cmAuthor id="121" name="Joseph" initials="J" lastIdx="0" clrIdx="120"/>
  <p:cmAuthor id="122" name="wengrs" initials="w" lastIdx="0" clrIdx="121"/>
  <p:cmAuthor id="123" name="安佰珊" initials="安" lastIdx="0" clrIdx="122"/>
  <p:cmAuthor id="124" name="郭欣萍" initials="郭" lastIdx="0" clrIdx="123"/>
  <p:cmAuthor id="125" name="何 静" initials="何" lastIdx="0" clrIdx="124"/>
  <p:cmAuthor id="126" name="唐思源" initials="唐" lastIdx="0" clrIdx="125"/>
  <p:cmAuthor id="127" name="慧梅 杜" initials="慧梅" lastIdx="0" clrIdx="126"/>
  <p:cmAuthor id="128" name="黄晓平" initials="黄" lastIdx="0" clrIdx="127"/>
  <p:cmAuthor id="129" name="谷学娟" initials="谷" lastIdx="0" clrIdx="128"/>
  <p:cmAuthor id="130" name="pengfei shen" initials="ps" lastIdx="0" clrIdx="129"/>
  <p:cmAuthor id="131" name="林雪" initials="林" lastIdx="0" clrIdx="130"/>
  <p:cmAuthor id="132" name="Wu, Jing 1. (NSB - CN/Hangzhou)" initials="WJ1(C" lastIdx="0" clrIdx="131"/>
  <p:cmAuthor id="133" name="Han Bo" initials="H" lastIdx="0" clrIdx="132"/>
  <p:cmAuthor id="134" name="不灰心骑士" initials="不" lastIdx="0" clrIdx="133"/>
  <p:cmAuthor id="135" name="李佳" initials="李" lastIdx="0" clrIdx="134"/>
  <p:cmAuthor id="136" name="diana.cheng" initials="d" lastIdx="0" clrIdx="135"/>
  <p:cmAuthor id="137" name="黄欣悦" initials="黄" lastIdx="0" clrIdx="136"/>
  <p:cmAuthor id="138" name="Zhou, Jane Ye" initials="Z" lastIdx="0" clrIdx="137"/>
  <p:cmAuthor id="139" name="Ma, Jun A." initials="M" lastIdx="0" clrIdx="138"/>
  <p:cmAuthor id="140" name="Doris Tan" initials="D" lastIdx="0" clrIdx="139"/>
  <p:cmAuthor id="141" name="Joy HL Sang" initials="J" lastIdx="0" clrIdx="140"/>
  <p:cmAuthor id="142" name="冯智强" initials="冯" lastIdx="0" clrIdx="141"/>
  <p:cmAuthor id="143" name="Zhou, Joey (IBD)" initials="Z" lastIdx="0" clrIdx="142"/>
  <p:cmAuthor id="144" name="孟萦" initials="孟" lastIdx="0" clrIdx="143"/>
  <p:cmAuthor id="145" name="浩 陈" initials="浩" lastIdx="0" clrIdx="144"/>
  <p:cmAuthor id="146" name="彬 罗" initials="彬" lastIdx="0" clrIdx="145"/>
  <p:cmAuthor id="147" name="PC" initials="P" lastIdx="0" clrIdx="146"/>
  <p:cmAuthor id="148" name="罗彬" initials="罗" lastIdx="0" clrIdx="147"/>
  <p:cmAuthor id="149" name="1 mac" initials="1" lastIdx="0" clrIdx="148"/>
  <p:cmAuthor id="150" name="Jinyi" initials="J" lastIdx="0" clrIdx="149"/>
  <p:cmAuthor id="151" name="江涛 李" initials="江" lastIdx="0" clrIdx="150"/>
  <p:cmAuthor id="152" name="番茄花园" initials="番" lastIdx="0" clrIdx="151"/>
  <p:cmAuthor id="153" name="未知用户17" initials="未" lastIdx="0" clrIdx="152"/>
  <p:cmAuthor id="154" name="岳文甲" initials="岳" lastIdx="0" clrIdx="153"/>
  <p:cmAuthor id="155" name="91huhang" initials="9" lastIdx="0" clrIdx="154"/>
  <p:cmAuthor id="156" name="Ms" initials="M" lastIdx="0" clrIdx="155"/>
  <p:cmAuthor id="157" name="Franca, Ryan {MDAO~Basel}" initials="F" lastIdx="0" clrIdx="156"/>
  <p:cmAuthor id="158" name="MC SYSTEM" initials="M" lastIdx="0" clrIdx="157"/>
  <p:cmAuthor id="159" name="spring_ren" initials="s" lastIdx="0" clrIdx="158"/>
  <p:cmAuthor id="160" name="李璐---寿险总公司营销管理部" initials="李" lastIdx="0" clrIdx="159"/>
  <p:cmAuthor id="161" name="xuqing" initials="x" lastIdx="0" clrIdx="160"/>
  <p:cmAuthor id="162" name="王顶" initials="王" lastIdx="0" clrIdx="161"/>
  <p:cmAuthor id="163" name="Dell" initials="D" lastIdx="0" clrIdx="162"/>
  <p:cmAuthor id="164" name="lenovo" initials="l" lastIdx="0" clrIdx="163"/>
  <p:cmAuthor id="165" name="Ray" initials="R" lastIdx="0" clrIdx="164"/>
  <p:cmAuthor id="166" name="何小菊" initials="A" lastIdx="0" clrIdx="165"/>
  <p:cmAuthor id="167" name="未知用户28" initials="未" lastIdx="0" clrIdx="166"/>
  <p:cmAuthor id="168" name="王美娜" initials="王" lastIdx="0" clrIdx="167"/>
  <p:cmAuthor id="169" name="仇怿俊" initials="仇" lastIdx="0" clrIdx="168"/>
  <p:cmAuthor id="170" name="未知用户42" initials="未" lastIdx="0" clrIdx="169"/>
  <p:cmAuthor id="171" name="Xiaosu Wang" initials="XW" lastIdx="0" clrIdx="170"/>
  <p:cmAuthor id="172" name="未知用户43" initials="未" lastIdx="0" clrIdx="171"/>
  <p:cmAuthor id="173" name="吃草的兔子_QZNvQfi2" initials="authorId_436530797" lastIdx="0" clrIdx="172"/>
  <p:cmAuthor id="174" name="王建" initials="王" lastIdx="0" clrIdx="173"/>
  <p:cmAuthor id="175" name="陈迎杰_BRVnzmIV" initials="authorId_1456845204" lastIdx="0" clrIdx="174"/>
  <p:cmAuthor id="176" name="未知用户49" initials="未" lastIdx="0" clrIdx="175"/>
  <p:cmAuthor id="177" name="路迎雪_6Bb2niuE" initials="authorId_220367245" lastIdx="0" clrIdx="176"/>
  <p:cmAuthor id="178" name="未知用户50" initials="未" lastIdx="0" clrIdx="177"/>
  <p:cmAuthor id="179" name="刘莎_Rnie2Mv6" initials="authorId_1390812686" lastIdx="0" clrIdx="178"/>
  <p:cmAuthor id="180" name="Author" initials="A" lastIdx="0" clrIdx="179"/>
  <p:cmAuthor id="181" name="杨奇" initials="杨" lastIdx="0" clrIdx="180"/>
  <p:cmAuthor id="182" name="未知用户53" initials="未" lastIdx="0" clrIdx="181"/>
  <p:cmAuthor id="183" name="未知用户54" initials="未" lastIdx="0" clrIdx="182"/>
  <p:cmAuthor id="184" name="未知用户55" initials="未" lastIdx="0" clrIdx="183"/>
  <p:cmAuthor id="185" name="未知用户56" initials="未" lastIdx="0" clrIdx="184"/>
  <p:cmAuthor id="186" name="未知用户57" initials="未" lastIdx="0" clrIdx="185"/>
  <p:cmAuthor id="187" name="未知用户58" initials="未" lastIdx="0" clrIdx="186"/>
  <p:cmAuthor id="188" name="未知用户59" initials="未" lastIdx="0" clrIdx="187"/>
  <p:cmAuthor id="189" name="光启" initials="光" lastIdx="0" clrIdx="188"/>
  <p:cmAuthor id="190" name="侯雪飞" initials="侯" lastIdx="0" clrIdx="189"/>
  <p:cmAuthor id="191" name="太海峰" initials="太" lastIdx="0" clrIdx="190"/>
  <p:cmAuthor id="192" name="马小群" initials="董" lastIdx="0" clrIdx="191"/>
  <p:cmAuthor id="193" name="L470" initials="L" lastIdx="0" clrIdx="192"/>
  <p:cmAuthor id="194" name="黄海腾" initials="黄" lastIdx="0" clrIdx="193"/>
  <p:cmAuthor id="195" name="未知用户19" initials="未" lastIdx="0" clrIdx="194"/>
  <p:cmAuthor id="196" name="尹迎jd" initials="尹" lastIdx="0" clrIdx="195"/>
  <p:cmAuthor id="197" name="未知用户20" initials="未" lastIdx="0" clrIdx="196"/>
  <p:cmAuthor id="198" name="shi yu" initials="sy" lastIdx="0" clrIdx="197"/>
  <p:cmAuthor id="199" name="未知用户22" initials="未" lastIdx="0" clrIdx="198"/>
  <p:cmAuthor id="200" name="未知用户23" initials="未" lastIdx="0" clrIdx="199"/>
  <p:cmAuthor id="201" name="未知用户27" initials="未" lastIdx="0" clrIdx="200"/>
  <p:cmAuthor id="202" name="lglon" initials="l" lastIdx="0" clrIdx="201"/>
  <p:cmAuthor id="203" name="未知用户26" initials="未" lastIdx="0" clrIdx="202"/>
  <p:cmAuthor id="204" name="冯雅洁" initials="冯" lastIdx="0" clrIdx="203"/>
  <p:cmAuthor id="205" name="张静_QZZvv2Aj" initials="authorId_625078060" lastIdx="0" clrIdx="204"/>
  <p:cmAuthor id="206" name="大客户中心" initials="大" lastIdx="0" clrIdx="205"/>
  <p:cmAuthor id="207" name="骆倩怡_Znauj26B" initials="authorId_382814100" lastIdx="0" clrIdx="206"/>
  <p:cmAuthor id="208" name="未知用户16" initials="未" lastIdx="0" clrIdx="207"/>
  <p:cmAuthor id="209" name="张 步伟" initials="张" lastIdx="0" clrIdx="208"/>
  <p:cmAuthor id="210" name="贺龙" initials="贺" lastIdx="0" clrIdx="209"/>
  <p:cmAuthor id="211" name="骏逸 马" initials="骏马" lastIdx="0" clrIdx="210"/>
  <p:cmAuthor id="212" name="唐艳轩jd" initials="唐" lastIdx="0" clrIdx="211"/>
  <p:cmAuthor id="213" name="唐 君茂" initials="唐" lastIdx="0" clrIdx="212"/>
  <p:cmAuthor id="214" name="国栋 陈" initials="国陈" lastIdx="0" clrIdx="213"/>
  <p:cmAuthor id="215" name="Ju Dawei" initials="JD" lastIdx="0" clrIdx="214"/>
  <p:cmAuthor id="216" name="Windows 用户" initials="W用" lastIdx="0" clrIdx="215"/>
  <p:cmAuthor id="217" name="楼冠华" initials="U" lastIdx="0" clrIdx="216"/>
  <p:cmAuthor id="218" name="王思洋" initials="王思洋" lastIdx="0" clrIdx="217"/>
  <p:cmAuthor id="219" name="武勉" initials="w" lastIdx="0" clrIdx="218"/>
  <p:cmAuthor id="220" name="齐登宝" initials="齐" lastIdx="0" clrIdx="219"/>
  <p:cmAuthor id="221" name="ydx2003new@163.com" initials="y" lastIdx="0" clrIdx="220"/>
  <p:cmAuthor id="222" name="temp" initials="t" lastIdx="0" clrIdx="221"/>
  <p:cmAuthor id="223" name="肖 雷" initials="肖" lastIdx="0" clrIdx="222"/>
  <p:cmAuthor id="224" name="gongxuan" initials="g" lastIdx="0" clrIdx="223"/>
  <p:cmAuthor id="225" name="wangyuan20" initials="w" lastIdx="0" clrIdx="224"/>
  <p:cmAuthor id="226" name="cuizijin01" initials="c" lastIdx="0" clrIdx="225"/>
  <p:cmAuthor id="227" name="zhuqy3" initials="z" lastIdx="0" clrIdx="226"/>
  <p:cmAuthor id="228" name="幺以谦" initials="幺" lastIdx="0" clrIdx="227"/>
  <p:cmAuthor id="229" name="sunlj002" initials="s" lastIdx="0" clrIdx="228"/>
  <p:cmAuthor id="230" name="何秀英" initials="何" lastIdx="0" clrIdx="229"/>
  <p:cmAuthor id="231" name="杨东风" initials="杨" lastIdx="0" clrIdx="230"/>
  <p:cmAuthor id="232" name="YANGS-PC" initials="Y" lastIdx="0" clrIdx="231"/>
  <p:cmAuthor id="233" name="b1487" initials="b" lastIdx="0" clrIdx="232"/>
  <p:cmAuthor id="234" name="songchunhua" initials="s" lastIdx="0" clrIdx="233"/>
  <p:cmAuthor id="235" name="张林林" initials="张" lastIdx="0" clrIdx="234"/>
  <p:cmAuthor id="236" name="lixiaosong" initials="l" lastIdx="0" clrIdx="235"/>
  <p:cmAuthor id="237" name="刘岸亮" initials="刘" lastIdx="0" clrIdx="236"/>
  <p:cmAuthor id="238" name="雍中婧" initials="雍" lastIdx="0" clrIdx="237"/>
  <p:cmAuthor id="239" name="任斐" initials="任" lastIdx="0" clrIdx="238"/>
  <p:cmAuthor id="240" name="程学春 cxc" initials="程" lastIdx="0" clrIdx="239"/>
  <p:cmAuthor id="241" name="chenli8" initials="c" lastIdx="0" clrIdx="240"/>
  <p:cmAuthor id="242" name="448097321@qq.com" initials="4" lastIdx="0" clrIdx="241"/>
  <p:cmAuthor id="243" name="zhumin1" initials="z" lastIdx="0" clrIdx="242"/>
  <p:cmAuthor id="244" name="FS" initials="F" lastIdx="0" clrIdx="243"/>
  <p:cmAuthor id="245" name="Temp" initials="T" lastIdx="0" clrIdx="244"/>
  <p:cmAuthor id="246" name="zq" initials="z" lastIdx="0" clrIdx="245"/>
  <p:cmAuthor id="247" name="M7100z-win7" initials="M" lastIdx="0" clrIdx="246"/>
  <p:cmAuthor id="248" name="于洪洲-ZLWD" initials="YU" lastIdx="0" clrIdx="247"/>
  <p:cmAuthor id="249" name="liupeiru-ZLWD" initials="zlwd" lastIdx="0" clrIdx="248"/>
  <p:cmAuthor id="250" name="A5937" initials="A" lastIdx="0" clrIdx="249"/>
  <p:cmAuthor id="251" name="Sky123.Org" initials="S" lastIdx="0" clrIdx="250"/>
  <p:cmAuthor id="252" name="stillu" initials="s" lastIdx="0" clrIdx="251"/>
  <p:cmAuthor id="253" name="zhoujw08" initials="z" lastIdx="0" clrIdx="252"/>
  <p:cmAuthor id="254" name="时方赛" initials="时" lastIdx="0" clrIdx="253"/>
  <p:cmAuthor id="255" name="deeplm" initials="d" lastIdx="0" clrIdx="254"/>
  <p:cmAuthor id="256" name="lenovo0" initials="l" lastIdx="0" clrIdx="255"/>
  <p:cmAuthor id="257" name="zhangbw18" initials="z" lastIdx="0" clrIdx="256"/>
  <p:cmAuthor id="258" name="wangll132" initials="w" lastIdx="0" clrIdx="257"/>
  <p:cmAuthor id="259" name="dongwc0205" initials="d" lastIdx="0" clrIdx="258"/>
  <p:cmAuthor id="260" name="ZhangYu" initials="Z" lastIdx="0" clrIdx="259"/>
  <p:cmAuthor id="261" name="SHMILY" initials="S" lastIdx="0" clrIdx="260"/>
  <p:cmAuthor id="262" name="刘云飞" initials="刘" lastIdx="0" clrIdx="261"/>
  <p:cmAuthor id="263" name="Yoda KK" initials="Y" lastIdx="0" clrIdx="262"/>
  <p:cmAuthor id="264" name="未知的使用者138" initials="未" lastIdx="0" clrIdx="263"/>
  <p:cmAuthor id="265" name="李 斌" initials="李" lastIdx="0" clrIdx="264"/>
  <p:cmAuthor id="266" name="孙现民" initials="孙" lastIdx="0" clrIdx="265"/>
  <p:cmAuthor id="267" name="田海兰" initials="田" lastIdx="0" clrIdx="266"/>
  <p:cmAuthor id="268" name="HaoshuaiWu" initials="H" lastIdx="0" clrIdx="267"/>
  <p:cmAuthor id="269" name="刘承刚" initials="刘" lastIdx="0" clrIdx="268"/>
  <p:cmAuthor id="270" name="Wanwei Liang" initials="W" lastIdx="0" clrIdx="269"/>
  <p:cmAuthor id="271" name="acer" initials="a" lastIdx="0" clrIdx="270"/>
  <p:cmAuthor id="272" name="陈容慧" initials="陈" lastIdx="0" clrIdx="271"/>
  <p:cmAuthor id="273" name="pc" initials="p" lastIdx="0" clrIdx="272"/>
  <p:cmAuthor id="274" name="贾彬彬" initials="贾" lastIdx="0" clrIdx="273"/>
  <p:cmAuthor id="275" name="未知用户46" initials="未" lastIdx="0" clrIdx="274"/>
  <p:cmAuthor id="276" name="YZB" initials="Y" lastIdx="0" clrIdx="275"/>
  <p:cmAuthor id="277" name="yiwei zhu" initials="y" lastIdx="0" clrIdx="276"/>
  <p:cmAuthor id="278" name="吕震" initials="吕" lastIdx="0" clrIdx="277"/>
  <p:cmAuthor id="279" name="未知用户48" initials="未" lastIdx="0" clrIdx="278"/>
  <p:cmAuthor id="280" name="未知用户29" initials="未" lastIdx="0" clrIdx="279"/>
  <p:cmAuthor id="281" name="未知用户30" initials="未" lastIdx="0" clrIdx="280"/>
  <p:cmAuthor id="282" name="Qingru C" initials="Q" lastIdx="0" clrIdx="281"/>
  <p:cmAuthor id="283" name="未知用户31" initials="未" lastIdx="0" clrIdx="282"/>
  <p:cmAuthor id="284" name="未知用户41" initials="未" lastIdx="0" clrIdx="283"/>
  <p:cmAuthor id="285" name="未知的使用者116" initials="未" lastIdx="0" clrIdx="284"/>
  <p:cmAuthor id="286" name="未知用户44" initials="未" lastIdx="0" clrIdx="285"/>
  <p:cmAuthor id="287" name="未知用户45" initials="未" lastIdx="0" clrIdx="286"/>
  <p:cmAuthor id="288" name="sun frank" initials="s" lastIdx="0" clrIdx="287"/>
  <p:cmAuthor id="289" name="zhao wei" initials="z" lastIdx="0" clrIdx="288"/>
  <p:cmAuthor id="290" name="徐 伟钦" initials="徐" lastIdx="0" clrIdx="289"/>
  <p:cmAuthor id="291" name="李昕玫" initials="李" lastIdx="0" clrIdx="290"/>
  <p:cmAuthor id="292" name="lianxing liao" initials="l" lastIdx="0" clrIdx="291"/>
  <p:cmAuthor id="293" name="未知用户" initials="未" lastIdx="0" clrIdx="292"/>
  <p:cmAuthor id="294" name="yangysh" initials="y" lastIdx="0" clrIdx="293"/>
  <p:cmAuthor id="295" name="ZZC" initials="Z" lastIdx="0" clrIdx="294"/>
  <p:cmAuthor id="296" name="李晨曦" initials="李" lastIdx="0" clrIdx="295"/>
  <p:cmAuthor id="297" name="Bonan Qi" initials="B" lastIdx="0" clrIdx="296"/>
  <p:cmAuthor id="298" name="yaoxiaojun" initials="y" lastIdx="0" clrIdx="297"/>
  <p:cmAuthor id="299" name="tianan" initials="t" lastIdx="0" clrIdx="298"/>
  <p:cmAuthor id="300" name="朱雪松" initials="朱" lastIdx="0" clrIdx="299"/>
  <p:cmAuthor id="301" name="821375975@qq.com" initials="8" lastIdx="0" clrIdx="300"/>
  <p:cmAuthor id="302" name="Vagun Vagun" initials="V" lastIdx="0" clrIdx="301"/>
  <p:cmAuthor id="303" name="李秋静" initials="李" lastIdx="0" clrIdx="302"/>
  <p:cmAuthor id="304" name="陈林" initials="陈" lastIdx="0" clrIdx="303"/>
  <p:cmAuthor id="305" name="董晔" initials="董" lastIdx="0" clrIdx="304"/>
  <p:cmAuthor id="306" name="张梦莞" initials="张" lastIdx="0" clrIdx="305"/>
  <p:cmAuthor id="307" name="严之" initials="严" lastIdx="0" clrIdx="306"/>
  <p:cmAuthor id="308" name="程诗媛" initials="程" lastIdx="0" clrIdx="307"/>
  <p:cmAuthor id="309" name="梁潇-lhq" initials="梁" lastIdx="0" clrIdx="308"/>
  <p:cmAuthor id="310" name="apple" initials="a" lastIdx="0" clrIdx="309"/>
  <p:cmAuthor id="311" name="翟宏帅" initials="翟" lastIdx="0" clrIdx="310"/>
  <p:cmAuthor id="312" name="86139" initials="8" lastIdx="0" clrIdx="311"/>
  <p:cmAuthor id="313" name="朴鹏-lhq" initials="朴" lastIdx="0" clrIdx="312"/>
  <p:cmAuthor id="314" name="吕 阔" initials="吕" lastIdx="0" clrIdx="313"/>
  <p:cmAuthor id="315" name="ozg106" initials="o" lastIdx="0" clrIdx="314"/>
  <p:cmAuthor id="316" name="冰箱" initials="冰" lastIdx="0" clrIdx="315"/>
  <p:cmAuthor id="317" name="lixun" initials="l" lastIdx="0" clrIdx="316"/>
  <p:cmAuthor id="318" name="Isabella" initials="I" lastIdx="0" clrIdx="317"/>
  <p:cmAuthor id="319" name="KK Yoda" initials="K" lastIdx="0" clrIdx="318"/>
  <p:cmAuthor id="320" name="未知用户36" initials="未" lastIdx="0" clrIdx="319"/>
  <p:cmAuthor id="321" name="未知用户148" initials="未" lastIdx="0" clrIdx="320"/>
  <p:cmAuthor id="322" name="未知用户163" initials="未" lastIdx="0" clrIdx="321"/>
  <p:cmAuthor id="323" name="未知用户151" initials="未" lastIdx="0" clrIdx="322"/>
  <p:cmAuthor id="324" name="未知用户152" initials="未" lastIdx="0" clrIdx="323"/>
  <p:cmAuthor id="325" name="未知用户164" initials="未" lastIdx="0" clrIdx="324"/>
  <p:cmAuthor id="326" name="未知用户153" initials="未" lastIdx="0" clrIdx="325"/>
  <p:cmAuthor id="327" name="未知用户154" initials="未" lastIdx="0" clrIdx="326"/>
  <p:cmAuthor id="328" name="未知用户155" initials="未" lastIdx="0" clrIdx="327"/>
  <p:cmAuthor id="329" name="未知用户156" initials="未" lastIdx="0" clrIdx="328"/>
  <p:cmAuthor id="330" name="未知用户157" initials="未" lastIdx="0" clrIdx="329"/>
  <p:cmAuthor id="331" name="未知用户158" initials="未" lastIdx="0" clrIdx="330"/>
  <p:cmAuthor id="332" name="未知用户159" initials="未" lastIdx="0" clrIdx="331"/>
  <p:cmAuthor id="333" name="未知用户160" initials="未" lastIdx="0" clrIdx="332"/>
  <p:cmAuthor id="334" name="未知用户161" initials="未" lastIdx="0" clrIdx="333"/>
  <p:cmAuthor id="335" name="未知用户162" initials="未" lastIdx="0" clrIdx="334"/>
  <p:cmAuthor id="336" name="未知用户149" initials="未" lastIdx="0" clrIdx="335"/>
  <p:cmAuthor id="337" name="未知用户146" initials="未" lastIdx="0" clrIdx="336"/>
  <p:cmAuthor id="338" name="未知用户147" initials="未" lastIdx="0" clrIdx="337"/>
  <p:cmAuthor id="339" name="刘仕俭" initials="刘" lastIdx="0" clrIdx="338"/>
  <p:cmAuthor id="340" name="Changing Zhuang" initials="C" lastIdx="0" clrIdx="339"/>
  <p:cmAuthor id="341" name="未知用户177" initials="未" lastIdx="0" clrIdx="340"/>
  <p:cmAuthor id="342" name="未知用户178" initials="未" lastIdx="0" clrIdx="341"/>
  <p:cmAuthor id="343" name="未知用户179" initials="未" lastIdx="0" clrIdx="342"/>
  <p:cmAuthor id="344" name="未知用户180" initials="未" lastIdx="0" clrIdx="343"/>
  <p:cmAuthor id="345" name="未知用户181" initials="未" lastIdx="0" clrIdx="344"/>
  <p:cmAuthor id="346" name="未知用户182" initials="未" lastIdx="0" clrIdx="345"/>
  <p:cmAuthor id="347" name="未知用户183" initials="未" lastIdx="0" clrIdx="346"/>
  <p:cmAuthor id="348" name="未知用户184" initials="未" lastIdx="0" clrIdx="347"/>
  <p:cmAuthor id="349" name="未知用户187" initials="未" lastIdx="0" clrIdx="348"/>
  <p:cmAuthor id="350" name="未知用户185" initials="未" lastIdx="0" clrIdx="349"/>
  <p:cmAuthor id="351" name="未知用户186" initials="未" lastIdx="0" clrIdx="350"/>
  <p:cmAuthor id="352" name="哒哒 熊猫" initials="哒" lastIdx="0" clrIdx="351"/>
  <p:cmAuthor id="353" name="Yun-Ting Tseng" initials="Y" lastIdx="0" clrIdx="352"/>
  <p:cmAuthor id="354" name="Miss 豆" initials="M" lastIdx="0" clrIdx="353"/>
  <p:cmAuthor id="355" name="G" initials="G" lastIdx="0" clrIdx="354"/>
  <p:cmAuthor id="356" name="我" initials="我" lastIdx="0" clrIdx="355"/>
  <p:cmAuthor id="357" name="??" initials="?" lastIdx="0" clrIdx="356"/>
  <p:cmAuthor id="358" name="未知的使用者123" initials="" lastIdx="0" clrIdx="357"/>
  <p:cmAuthor id="359" name="未知用户108" initials="未" lastIdx="0" clrIdx="358"/>
  <p:cmAuthor id="360" name="未知用户72" initials="未" lastIdx="0" clrIdx="359"/>
  <p:cmAuthor id="361" name="高飞" initials="高" lastIdx="0" clrIdx="360"/>
  <p:cmAuthor id="362" name="未知用户73" initials="未" lastIdx="0" clrIdx="361"/>
  <p:cmAuthor id="363" name="xzb1" initials="x" lastIdx="0" clrIdx="362"/>
  <p:cmAuthor id="364" name="未知用户74" initials="未" lastIdx="0" clrIdx="363"/>
  <p:cmAuthor id="365" name="未知用户110" initials="未" lastIdx="0" clrIdx="364"/>
  <p:cmAuthor id="366" name="未知用户77" initials="未" lastIdx="0" clrIdx="365"/>
  <p:cmAuthor id="367" name="百里 长青" initials="百" lastIdx="0" clrIdx="366"/>
  <p:cmAuthor id="368" name="熘?" initials="熘" lastIdx="0" clrIdx="367"/>
  <p:cmAuthor id="369" name="cpic" initials="c" lastIdx="0" clrIdx="368"/>
  <p:cmAuthor id="370" name="谷雨" initials="谷" lastIdx="0" clrIdx="369"/>
  <p:cmAuthor id="371" name="taowei" initials="t" lastIdx="0" clrIdx="370"/>
  <p:cmAuthor id="372" name="中星 叶" initials="中" lastIdx="0" clrIdx="371"/>
  <p:cmAuthor id="373" name="Dizzy" initials="D" lastIdx="0" clrIdx="372"/>
  <p:cmAuthor id="374" name="倚海听风" initials="倚" lastIdx="0" clrIdx="373"/>
  <p:cmAuthor id="375" name="CodonMedical" initials="C" lastIdx="0" clrIdx="374"/>
  <p:cmAuthor id="376" name="Yvonne Lin" initials="Y" lastIdx="0" clrIdx="375"/>
  <p:cmAuthor id="377" name="Gallivan, John-Paul {MDAO~Basel}" initials="G" lastIdx="0" clrIdx="376"/>
  <p:cmAuthor id="378" name="Helms, Hans-Joachim {MDBA~Basel}" initials="H" lastIdx="0" clrIdx="377"/>
  <p:cmAuthor id="379" name="Codon Medical" initials="C" lastIdx="0" clrIdx="378"/>
  <p:cmAuthor id="380" name="Petersen, Jenny {MDBD~South San Francisco}" initials="P" lastIdx="0" clrIdx="379"/>
  <p:cmAuthor id="381" name="刘风香" initials="刘" lastIdx="0" clrIdx="380"/>
  <p:cmAuthor id="382" name="feng wei" initials="f" lastIdx="0" clrIdx="381"/>
  <p:cmAuthor id="383" name="Meredith Kalish" initials="M" lastIdx="0" clrIdx="382"/>
  <p:cmAuthor id="384" name="Mary Beattie" initials="M" lastIdx="0" clrIdx="383"/>
  <p:cmAuthor id="385" name="Melanie Smitt" initials="M" lastIdx="0" clrIdx="384"/>
  <p:cmAuthor id="386" name="Andrea Michels" initials="A" lastIdx="0" clrIdx="385"/>
  <p:cmAuthor id="387" name="Daniel Clyde (HI)" initials="D" lastIdx="0" clrIdx="386"/>
  <p:cmAuthor id="388" name="金羊" initials="金" lastIdx="0" clrIdx="387"/>
  <p:cmAuthor id="389" name="Fitzpatrick, Nicole {MGAO~Basel}" initials="F" lastIdx="0" clrIdx="388"/>
  <p:cmAuthor id="390" name="Kate Rijnen" initials="K" lastIdx="0" clrIdx="389"/>
  <p:cmAuthor id="391" name="Mark McGregor (HI)" initials="M" lastIdx="0" clrIdx="390"/>
  <p:cmAuthor id="392" name="Machackova, Zuzana {MDAO~Basel}" initials="M" lastIdx="0" clrIdx="391"/>
  <p:cmAuthor id="393" name="未知用户70" initials="未" lastIdx="0" clrIdx="392"/>
  <p:cmAuthor id="394" name="Bart Baranowski (HI)" initials="B" lastIdx="0" clrIdx="393"/>
  <p:cmAuthor id="395" name="Helen Keyworth (HI)" initials="H" lastIdx="0" clrIdx="394"/>
  <p:cmAuthor id="396" name="Louise Adamson (HI)" initials="L" lastIdx="0" clrIdx="395"/>
  <p:cmAuthor id="397" name="Andrew Moss (HI)" initials="A" lastIdx="0" clrIdx="396"/>
  <p:cmAuthor id="398" name="David Morgan (HI)" initials="D" lastIdx="0" clrIdx="397"/>
  <p:cmAuthor id="399" name="Kate Sillitoe (HI)" initials="K" lastIdx="0" clrIdx="398"/>
  <p:cmAuthor id="400" name="孟轩君" initials="孟" lastIdx="0" clrIdx="399"/>
  <p:cmAuthor id="401" name="hpguan" initials="h" lastIdx="0" clrIdx="400"/>
  <p:cmAuthor id="402" name="miaott" initials="m" lastIdx="0" clrIdx="401"/>
  <p:cmAuthor id="403" name="齐涛" initials="齐" lastIdx="0" clrIdx="402"/>
  <p:cmAuthor id="404" name="zhaoby01" initials="z" lastIdx="0" clrIdx="403"/>
  <p:cmAuthor id="405" name="Lydia" initials="L" lastIdx="0" clrIdx="404"/>
  <p:cmAuthor id="406" name="fengyuan03" initials="f" lastIdx="0" clrIdx="405"/>
  <p:cmAuthor id="407" name="古二蛋" initials="古" lastIdx="0" clrIdx="406"/>
  <p:cmAuthor id="408" name="xusha" initials="x" lastIdx="0" clrIdx="407"/>
  <p:cmAuthor id="409" name="李 东科" initials="李" lastIdx="0" clrIdx="408"/>
  <p:cmAuthor id="410" name="甘源" initials="甘" lastIdx="0" clrIdx="409"/>
  <p:cmAuthor id="411" name="何富军" initials="何" lastIdx="0" clrIdx="410"/>
  <p:cmAuthor id="412" name="闫秀丽" initials="闫" lastIdx="0" clrIdx="411"/>
  <p:cmAuthor id="413" name="fafa" initials="f" lastIdx="0" clrIdx="412"/>
  <p:cmAuthor id="414" name="qatr130" initials="q" lastIdx="0" clrIdx="413"/>
  <p:cmAuthor id="415" name="袁正海" initials="袁" lastIdx="0" clrIdx="414"/>
  <p:cmAuthor id="416" name="未知用户84" initials="未" lastIdx="0" clrIdx="415"/>
  <p:cmAuthor id="417" name="未知用户88" initials="未" lastIdx="0" clrIdx="416"/>
  <p:cmAuthor id="418" name="未知用户90" initials="未" lastIdx="0" clrIdx="417"/>
  <p:cmAuthor id="419" name="未知用户93" initials="未" lastIdx="0" clrIdx="418"/>
  <p:cmAuthor id="420" name="未知用户94" initials="未" lastIdx="0" clrIdx="419"/>
  <p:cmAuthor id="421" name="未知用户95" initials="未" lastIdx="0" clrIdx="420"/>
  <p:cmAuthor id="422" name="未知用户96" initials="未" lastIdx="0" clrIdx="421"/>
  <p:cmAuthor id="423" name="未知用户99" initials="未" lastIdx="0" clrIdx="422"/>
  <p:cmAuthor id="424" name="橙子" initials="橙" lastIdx="0" clrIdx="423"/>
  <p:cmAuthor id="425" name="加 林" initials="加" lastIdx="0" clrIdx="424"/>
  <p:cmAuthor id="426" name="wenle369@sina.com" initials="w" lastIdx="0" clrIdx="425"/>
  <p:cmAuthor id="427" name="未知用户418" initials="未" lastIdx="0" clrIdx="426"/>
  <p:cmAuthor id="428" name="未知用户271" initials="未" lastIdx="0" clrIdx="427"/>
  <p:cmAuthor id="429" name="think" initials="t" lastIdx="0" clrIdx="428"/>
  <p:cmAuthor id="430" name="过 去" initials="过" lastIdx="0" clrIdx="429"/>
  <p:cmAuthor id="431" name="ChinaUser" initials="C" lastIdx="0" clrIdx="430"/>
  <p:cmAuthor id="432" name="未知用户75" initials="未" lastIdx="0" clrIdx="431"/>
  <p:cmAuthor id="433" name="小延魔法师" initials="小" lastIdx="0" clrIdx="432"/>
  <p:cmAuthor id="434" name="未知用户76" initials="未" lastIdx="0" clrIdx="433"/>
  <p:cmAuthor id="435" name="Sam Leung" initials="SL" lastIdx="0" clrIdx="434"/>
  <p:cmAuthor id="436" name="linkplus" initials="l" lastIdx="0" clrIdx="435"/>
  <p:cmAuthor id="437" name="XuHesong" initials="X" lastIdx="0" clrIdx="436"/>
  <p:cmAuthor id="438" name="未知用户118" initials="未" lastIdx="0" clrIdx="437"/>
  <p:cmAuthor id="439" name="贺淞 许" initials="贺许" lastIdx="0" clrIdx="438"/>
  <p:cmAuthor id="440" name="未知用户119" initials="未" lastIdx="0" clrIdx="439"/>
  <p:cmAuthor id="441" name="娜 刘" initials="娜刘" lastIdx="0" clrIdx="440"/>
  <p:cmAuthor id="442" name="未知用户120" initials="未" lastIdx="0" clrIdx="441"/>
  <p:cmAuthor id="443" name="未知用户121" initials="未" lastIdx="0" clrIdx="442"/>
  <p:cmAuthor id="444" name="未知用户122" initials="未" lastIdx="0" clrIdx="443"/>
  <p:cmAuthor id="445" name="未知用户123" initials="未" lastIdx="0" clrIdx="444"/>
  <p:cmAuthor id="446" name="未知用户124" initials="未" lastIdx="0" clrIdx="445"/>
  <p:cmAuthor id="447" name="未知用户125" initials="未" lastIdx="0" clrIdx="446"/>
  <p:cmAuthor id="448" name="未知用户126" initials="未" lastIdx="0" clrIdx="447"/>
  <p:cmAuthor id="449" name="未知用户127" initials="未" lastIdx="0" clrIdx="448"/>
  <p:cmAuthor id="450" name="未知用户128" initials="未" lastIdx="0" clrIdx="449"/>
  <p:cmAuthor id="451" name="未知用户129" initials="未" lastIdx="0" clrIdx="450"/>
  <p:cmAuthor id="452" name="未知用户130" initials="未" lastIdx="0" clrIdx="451"/>
  <p:cmAuthor id="453" name="未知用户131" initials="未" lastIdx="0" clrIdx="452"/>
  <p:cmAuthor id="454" name="未知用户132" initials="未" lastIdx="0" clrIdx="453"/>
  <p:cmAuthor id="455" name="未知用户133" initials="未" lastIdx="0" clrIdx="454"/>
  <p:cmAuthor id="456" name="未知用户134" initials="未" lastIdx="0" clrIdx="455"/>
  <p:cmAuthor id="457" name="未知用户135" initials="未" lastIdx="0" clrIdx="456"/>
  <p:cmAuthor id="458" name="未知用户136" initials="未" lastIdx="0" clrIdx="457"/>
  <p:cmAuthor id="459" name="未知用户137" initials="未" lastIdx="0" clrIdx="458"/>
  <p:cmAuthor id="460" name="未知用户138" initials="未" lastIdx="0" clrIdx="459"/>
  <p:cmAuthor id="461" name="未知用户141" initials="未" lastIdx="0" clrIdx="460"/>
  <p:cmAuthor id="462" name="未知用户142" initials="未" lastIdx="0" clrIdx="461"/>
  <p:cmAuthor id="463" name="未知用户143" initials="未" lastIdx="0" clrIdx="462"/>
  <p:cmAuthor id="464" name="未知用户144" initials="未" lastIdx="0" clrIdx="463"/>
  <p:cmAuthor id="465" name="未知用户145" initials="未" lastIdx="0" clrIdx="464"/>
  <p:cmAuthor id="466" name="未知用户114" initials="未" lastIdx="0" clrIdx="465"/>
  <p:cmAuthor id="467" name="未知用户115" initials="未" lastIdx="0" clrIdx="466"/>
  <p:cmAuthor id="468" name="未知用户116" initials="未" lastIdx="0" clrIdx="467"/>
  <p:cmAuthor id="469" name="未知用户117" initials="未" lastIdx="0" clrIdx="468"/>
  <p:cmAuthor id="470" name="未知用户139" initials="未" lastIdx="0" clrIdx="469"/>
  <p:cmAuthor id="471" name="未知用户188" initials="未" lastIdx="0" clrIdx="470"/>
  <p:cmAuthor id="472" name="未知用户189" initials="未" lastIdx="0" clrIdx="471"/>
  <p:cmAuthor id="473" name="未知用户165" initials="未" lastIdx="0" clrIdx="472"/>
  <p:cmAuthor id="474" name="未知用户166" initials="未" lastIdx="0" clrIdx="473"/>
  <p:cmAuthor id="475" name="未知用户167" initials="未" lastIdx="0" clrIdx="474"/>
  <p:cmAuthor id="476" name="未知用户168" initials="未" lastIdx="0" clrIdx="475"/>
  <p:cmAuthor id="477" name="未知用户169" initials="未" lastIdx="0" clrIdx="476"/>
  <p:cmAuthor id="478" name="未知用户170" initials="未" lastIdx="0" clrIdx="477"/>
  <p:cmAuthor id="479" name="未知用户171" initials="未" lastIdx="0" clrIdx="478"/>
  <p:cmAuthor id="480" name="未知用户172" initials="未" lastIdx="0" clrIdx="479"/>
  <p:cmAuthor id="481" name="未知用户173" initials="未" lastIdx="0" clrIdx="480"/>
  <p:cmAuthor id="482" name="未知用户174" initials="未" lastIdx="0" clrIdx="481"/>
  <p:cmAuthor id="483" name="未知用户175" initials="未" lastIdx="0" clrIdx="482"/>
  <p:cmAuthor id="484" name="未知用户176" initials="未" lastIdx="0" clrIdx="483"/>
  <p:cmAuthor id="485" name="未知用户68" initials="未" lastIdx="0" clrIdx="484"/>
  <p:cmAuthor id="486" name="未知用户65" initials="未" lastIdx="0" clrIdx="485"/>
  <p:cmAuthor id="487" name="alen" initials="a" lastIdx="0" clrIdx="486"/>
  <p:cmAuthor id="488" name="USER" initials="U" lastIdx="0" clrIdx="487"/>
  <p:cmAuthor id="489" name="王 一鸣" initials="王" lastIdx="0" clrIdx="488"/>
  <p:cmAuthor id="490" name="Well Li" initials="W" lastIdx="0" clrIdx="489"/>
  <p:cmAuthor id="491" name="任俊宣" initials="任" lastIdx="0" clrIdx="490"/>
  <p:cmAuthor id="492" name="未知用户198" initials="未" lastIdx="0" clrIdx="491"/>
  <p:cmAuthor id="493" name="未知用户150" initials="未" lastIdx="0" clrIdx="492"/>
  <p:cmAuthor id="494" name="未知用户220" initials="未" lastIdx="0" clrIdx="493"/>
  <p:cmAuthor id="495" name="未知用户221" initials="未" lastIdx="0" clrIdx="494"/>
  <p:cmAuthor id="496" name="未知用户199" initials="未" lastIdx="0" clrIdx="495"/>
  <p:cmAuthor id="497" name="未知用户200" initials="未" lastIdx="0" clrIdx="496"/>
  <p:cmAuthor id="498" name="未知用户201" initials="未" lastIdx="0" clrIdx="497"/>
  <p:cmAuthor id="499" name="未知用户214" initials="未" lastIdx="0" clrIdx="498"/>
  <p:cmAuthor id="500" name="未知用户216" initials="未" lastIdx="0" clrIdx="499"/>
  <p:cmAuthor id="501" name="未知用户202" initials="未" lastIdx="0" clrIdx="500"/>
  <p:cmAuthor id="502" name="未知用户203" initials="未" lastIdx="0" clrIdx="501"/>
  <p:cmAuthor id="503" name="未知用户204" initials="未" lastIdx="0" clrIdx="502"/>
  <p:cmAuthor id="504" name="未知用户205" initials="未" lastIdx="0" clrIdx="503"/>
  <p:cmAuthor id="505" name="未知用户206" initials="未" lastIdx="0" clrIdx="504"/>
  <p:cmAuthor id="506" name="未知用户207" initials="未" lastIdx="0" clrIdx="505"/>
  <p:cmAuthor id="507" name="未知用户208" initials="未" lastIdx="0" clrIdx="506"/>
  <p:cmAuthor id="508" name="未知用户209" initials="未" lastIdx="0" clrIdx="507"/>
  <p:cmAuthor id="509" name="未知用户210" initials="未" lastIdx="0" clrIdx="508"/>
  <p:cmAuthor id="510" name="未知用户213" initials="未" lastIdx="0" clrIdx="509"/>
  <p:cmAuthor id="511" name="未知用户211" initials="未" lastIdx="0" clrIdx="510"/>
  <p:cmAuthor id="512" name="?定义" initials="?" lastIdx="0" clrIdx="511"/>
  <p:cmAuthor id="513" name="不明使用者5" initials="不" lastIdx="0" clrIdx="512"/>
  <p:cmAuthor id="514" name="allan" initials="a" lastIdx="0" clrIdx="513"/>
  <p:cmAuthor id="515" name="zhenwb" initials="z" lastIdx="0" clrIdx="514"/>
  <p:cmAuthor id="516" name="26080314@qq.com" initials="2" lastIdx="0" clrIdx="515"/>
  <p:cmAuthor id="517" name="mawei19" initials="m" lastIdx="0" clrIdx="516"/>
  <p:cmAuthor id="518" name="shuaibing" initials="s" lastIdx="0" clrIdx="517"/>
  <p:cmAuthor id="519" name="李红钢" initials="李" lastIdx="0" clrIdx="518"/>
  <p:cmAuthor id="520" name="McGlasson, Louise" initials="M" lastIdx="0" clrIdx="519"/>
  <p:cmAuthor id="521" name="Simona" initials="S" lastIdx="0" clrIdx="520"/>
  <p:cmAuthor id="522" name="刘国强" initials="刘" lastIdx="0" clrIdx="521"/>
  <p:cmAuthor id="523" name="孙璐璐" initials="孙" lastIdx="0" clrIdx="522"/>
  <p:cmAuthor id="524" name="Windows User" initials="W" lastIdx="0" clrIdx="523"/>
  <p:cmAuthor id="525" name="未知的使用者256" initials="未" lastIdx="0" clrIdx="524"/>
  <p:cmAuthor id="526" name="未知用户34" initials="未" lastIdx="0" clrIdx="525"/>
  <p:cmAuthor id="527" name="蔡静敏" initials="蔡" lastIdx="0" clrIdx="526"/>
  <p:cmAuthor id="528" name="lpc81" initials="l" lastIdx="0" clrIdx="527"/>
  <p:cmAuthor id="529" name="tianjuan555555@outlook.com" initials="t" lastIdx="0" clrIdx="528"/>
  <p:cmAuthor id="530" name="пользователь Microsoft Office" initials="п" lastIdx="0" clrIdx="529"/>
  <p:cmAuthor id="531" name="CPIC" initials="C" lastIdx="0" clrIdx="530"/>
  <p:cmAuthor id="532" name="未知的使用者238" initials="未" lastIdx="0" clrIdx="531"/>
  <p:cmAuthor id="533" name="汤 海宝" initials="汤" lastIdx="0" clrIdx="532"/>
  <p:cmAuthor id="534" name="Office 365" initials="O" lastIdx="0" clrIdx="533"/>
  <p:cmAuthor id="535" name="tong" initials="t" lastIdx="0" clrIdx="534"/>
  <p:cmAuthor id="536" name="1716266060@qq.com" initials="1" lastIdx="0" clrIdx="535"/>
  <p:cmAuthor id="537" name="fz" initials="f" lastIdx="0" clrIdx="536"/>
  <p:cmAuthor id="538" name="未知的使用者258" initials="未" lastIdx="0" clrIdx="537"/>
  <p:cmAuthor id="539" name="sylvia lee" initials="" lastIdx="0" clrIdx="538"/>
  <p:cmAuthor id="540" name="未知的使用者260" initials="未" lastIdx="0" clrIdx="539"/>
  <p:cmAuthor id="541" name="未知的使用者261" initials="未" lastIdx="0" clrIdx="540"/>
  <p:cmAuthor id="542" name="未知的使用者262" initials="未" lastIdx="0" clrIdx="541"/>
  <p:cmAuthor id="543" name="未知的使用者263" initials="未" lastIdx="0" clrIdx="542"/>
  <p:cmAuthor id="544" name="未知的使用者264" initials="未" lastIdx="0" clrIdx="543"/>
  <p:cmAuthor id="545" name="未知的使用者265" initials="未" lastIdx="0" clrIdx="544"/>
  <p:cmAuthor id="546" name="吴 小丽" initials="吴" lastIdx="0" clrIdx="545"/>
  <p:cmAuthor id="547" name="未知的使用者267" initials="未" lastIdx="0" clrIdx="546"/>
  <p:cmAuthor id="548" name="未知用户91" initials="未" lastIdx="0" clrIdx="547"/>
  <p:cmAuthor id="549" name="潈ऎ䕨அ" initials="潈" lastIdx="0" clrIdx="548"/>
  <p:cmAuthor id="550" name="韩喆权" initials="韩" lastIdx="0" clrIdx="549"/>
  <p:cmAuthor id="551" name="ThinkPad" initials="T" lastIdx="0" clrIdx="550"/>
  <p:cmAuthor id="552" name="吴杰" initials="吴" lastIdx="0" clrIdx="551"/>
  <p:cmAuthor id="553" name="anni" initials="a" lastIdx="0" clrIdx="552"/>
  <p:cmAuthor id="554" name="姚灿" initials="姚" lastIdx="0" clrIdx="553"/>
  <p:cmAuthor id="555" name="郭敏娜(Minna Guo)" initials="郭" lastIdx="0" clrIdx="554"/>
  <p:cmAuthor id="556" name="tpxiao" initials="t" lastIdx="0" clrIdx="555"/>
  <p:cmAuthor id="557" name="Iris-T Liu" initials="I" lastIdx="0" clrIdx="556"/>
  <p:cmAuthor id="558" name="video" initials="v" lastIdx="0" clrIdx="557"/>
  <p:cmAuthor id="559" name="樊 现静" initials="樊" lastIdx="0" clrIdx="558"/>
  <p:cmAuthor id="560" name="黄洁雯" initials="黄" lastIdx="0" clrIdx="559"/>
  <p:cmAuthor id="561" name="邓蓉榕" initials="邓" lastIdx="0" clrIdx="560"/>
  <p:cmAuthor id="562" name="未知的使用者129" initials="未" lastIdx="0" clrIdx="561"/>
  <p:cmAuthor id="563" name="刘浩" initials="刘" lastIdx="0" clrIdx="562"/>
  <p:cmAuthor id="564" name="未知用户194" initials="未" lastIdx="0" clrIdx="563"/>
  <p:cmAuthor id="565" name="Vivian Liu" initials="VL" lastIdx="0" clrIdx="564"/>
  <p:cmAuthor id="566" name="未知的使用者131" initials="未" lastIdx="0" clrIdx="565"/>
  <p:cmAuthor id="567" name="liu tingting" initials="lt" lastIdx="0" clrIdx="566"/>
  <p:cmAuthor id="568" name="刘淼" initials="刘" lastIdx="0" clrIdx="567"/>
  <p:cmAuthor id="569" name="伟哥" initials="伟哥" lastIdx="0" clrIdx="568"/>
  <p:cmAuthor id="570" name="雕刻时光 1987" initials="雕" lastIdx="0" clrIdx="569"/>
  <p:cmAuthor id="571" name="孙 澍" initials="孙" lastIdx="0" clrIdx="570"/>
  <p:cmAuthor id="572" name="Chen Gin" initials="C" lastIdx="0" clrIdx="571"/>
  <p:cmAuthor id="573" name="dai dai" initials="dd" lastIdx="0" clrIdx="572"/>
  <p:cmAuthor id="574" name="YUN Jiayue" initials="Y" lastIdx="0" clrIdx="573"/>
  <p:cmAuthor id="575" name="沈思源" initials="沈思源" lastIdx="0" clrIdx="574"/>
  <p:cmAuthor id="576" name="ST-Zhaoyamo" initials="S" lastIdx="0" clrIdx="575"/>
  <p:cmAuthor id="577" name="余森" initials="余森" lastIdx="0" clrIdx="576"/>
  <p:cmAuthor id="578" name="zhaoling23" initials="" lastIdx="0" clrIdx="577"/>
  <p:cmAuthor id="579" name="sai han" initials="sh" lastIdx="0" clrIdx="578"/>
  <p:cmAuthor id="580" name="1" initials="1" lastIdx="0" clrIdx="579"/>
  <p:cmAuthor id="581" name="肖琼" initials="肖琼" lastIdx="0" clrIdx="580"/>
  <p:cmAuthor id="582" name="王 金谦" initials="王" lastIdx="0" clrIdx="581"/>
  <p:cmAuthor id="583" name="小乐崽子" initials="小乐崽子" lastIdx="0" clrIdx="582"/>
  <p:cmAuthor id="584" name="群智集" initials="群" lastIdx="0" clrIdx="583"/>
  <p:cmAuthor id="585" name="15631" initials="1" lastIdx="0" clrIdx="584"/>
  <p:cmAuthor id="586" name="未知用户197" initials="未" lastIdx="0" clrIdx="585"/>
  <p:cmAuthor id="587" name="李金金" initials="李金金" lastIdx="0" clrIdx="586"/>
  <p:cmAuthor id="588" name="benbenonroad zhao" initials="b" lastIdx="0" clrIdx="587"/>
  <p:cmAuthor id="589" name="晓琳 李" initials="晓琳" lastIdx="0" clrIdx="588"/>
  <p:cmAuthor id="590" name="刘海娜|liuhaina" initials="W用" lastIdx="0" clrIdx="589"/>
  <p:cmAuthor id="591" name="肖婧" initials="肖" lastIdx="0" clrIdx="590"/>
  <p:cmAuthor id="592" name="weihua" initials="w" lastIdx="0" clrIdx="591"/>
  <p:cmAuthor id="593" name="lin lin" initials="l" lastIdx="0" clrIdx="592"/>
  <p:cmAuthor id="594" name="康炳振" initials="康" lastIdx="0" clrIdx="593"/>
  <p:cmAuthor id="595" name="朱明霞" initials="朱" lastIdx="0" clrIdx="594"/>
  <p:cmAuthor id="596" name="510102" initials="5" lastIdx="0" clrIdx="595"/>
  <p:cmAuthor id="597" name="xiaoxuan Zeng" initials="x" lastIdx="0" clrIdx="596"/>
  <p:cmAuthor id="598" name="未知用户190" initials="未" lastIdx="0" clrIdx="597"/>
  <p:cmAuthor id="599" name="未知用户191" initials="未" lastIdx="0" clrIdx="598"/>
  <p:cmAuthor id="600" name="tcymr" initials="t" lastIdx="0" clrIdx="599"/>
  <p:cmAuthor id="601" name="未知用户80" initials="未" lastIdx="0" clrIdx="600"/>
  <p:cmAuthor id="602" name="未知用户212" initials="未" lastIdx="0" clrIdx="601"/>
  <p:cmAuthor id="603" name="叶茂甫" initials="叶" lastIdx="0" clrIdx="602"/>
  <p:cmAuthor id="604" name="张洲萌" initials="张" lastIdx="0" clrIdx="603"/>
  <p:cmAuthor id="605" name="黄 兴贵" initials="黄" lastIdx="0" clrIdx="604"/>
  <p:cmAuthor id="606" name="BIAN Mengyan" initials="B" lastIdx="0" clrIdx="605"/>
  <p:cmAuthor id="607" name="王芳" initials="王" lastIdx="0" clrIdx="606"/>
  <p:cmAuthor id="608" name="1qchengnan" initials="1" lastIdx="0" clrIdx="607"/>
  <p:cmAuthor id="609" name="office2016mac05452" initials="o" lastIdx="0" clrIdx="608"/>
  <p:cmAuthor id="610" name="杨 贺春" initials="杨" lastIdx="0" clrIdx="609"/>
  <p:cmAuthor id="611" name="超乎想象" initials="超" lastIdx="0" clrIdx="610"/>
  <p:cmAuthor id="612" name="未知用户338" initials="未" lastIdx="0" clrIdx="611"/>
  <p:cmAuthor id="613" name="ROSIEANNA" initials="" lastIdx="0" clrIdx="612"/>
  <p:cmAuthor id="614" name="韩雨" initials="韩" lastIdx="0" clrIdx="613"/>
  <p:cmAuthor id="615" name="远 姚" initials="远" lastIdx="0" clrIdx="614"/>
  <p:cmAuthor id="616" name="华为" initials="华" lastIdx="0" clrIdx="615"/>
  <p:cmAuthor id="617" name="JAMES 杨" initials="" lastIdx="0" clrIdx="616"/>
  <p:cmAuthor id="618" name="闫志深" initials="" lastIdx="0" clrIdx="617"/>
  <p:cmAuthor id="619" name="许 爽" initials="许" lastIdx="0" clrIdx="618"/>
  <p:cmAuthor id="620" name="未知用户314" initials="未" lastIdx="0" clrIdx="619"/>
  <p:cmAuthor id="621" name="未知用户337" initials="未" lastIdx="0" clrIdx="620"/>
  <p:cmAuthor id="622" name="未知用户336" initials="未" lastIdx="0" clrIdx="621"/>
  <p:cmAuthor id="623" name="未知用户318" initials="未" lastIdx="0" clrIdx="622"/>
  <p:cmAuthor id="624" name="sxp" initials="s" lastIdx="0" clrIdx="623"/>
  <p:cmAuthor id="625" name="未知用户320" initials="未" lastIdx="0" clrIdx="624"/>
  <p:cmAuthor id="626" name="Picc" initials="" lastIdx="0" clrIdx="625"/>
  <p:cmAuthor id="627" name="未知用户322" initials="未" lastIdx="0" clrIdx="626"/>
  <p:cmAuthor id="628" name="未知用户323" initials="未" lastIdx="0" clrIdx="627"/>
  <p:cmAuthor id="629" name="未知用户287" initials="未" lastIdx="0" clrIdx="628"/>
  <p:cmAuthor id="630" name="未知用户324" initials="未" lastIdx="0" clrIdx="629"/>
  <p:cmAuthor id="631" name="未知用户325" initials="未" lastIdx="0" clrIdx="630"/>
  <p:cmAuthor id="632" name="未知用户290" initials="未" lastIdx="0" clrIdx="631"/>
  <p:cmAuthor id="633" name="未知用户291" initials="未" lastIdx="0" clrIdx="632"/>
  <p:cmAuthor id="634" name="未知用户292" initials="未" lastIdx="0" clrIdx="633"/>
  <p:cmAuthor id="635" name="未知用户293" initials="未" lastIdx="0" clrIdx="634"/>
  <p:cmAuthor id="636" name="未知用户294" initials="未" lastIdx="0" clrIdx="635"/>
  <p:cmAuthor id="637" name="未知用户295" initials="未" lastIdx="0" clrIdx="636"/>
  <p:cmAuthor id="638" name="未知用户326" initials="未" lastIdx="0" clrIdx="637"/>
  <p:cmAuthor id="639" name="未知用户327" initials="未" lastIdx="0" clrIdx="638"/>
  <p:cmAuthor id="640" name="未知用户328" initials="未" lastIdx="0" clrIdx="639"/>
  <p:cmAuthor id="641" name="未知用户299" initials="未" lastIdx="0" clrIdx="640"/>
  <p:cmAuthor id="642" name="未知用户300" initials="未" lastIdx="0" clrIdx="641"/>
  <p:cmAuthor id="643" name="未知用户301" initials="未" lastIdx="0" clrIdx="642"/>
  <p:cmAuthor id="644" name="未知用户302" initials="未" lastIdx="0" clrIdx="643"/>
  <p:cmAuthor id="645" name="未知用户303" initials="未" lastIdx="0" clrIdx="644"/>
  <p:cmAuthor id="646" name="未知用户304" initials="未" lastIdx="0" clrIdx="645"/>
  <p:cmAuthor id="647" name="未知用户305" initials="未" lastIdx="0" clrIdx="646"/>
  <p:cmAuthor id="648" name="未知用户306" initials="未" lastIdx="0" clrIdx="647"/>
  <p:cmAuthor id="649" name="未知用户222" initials="未" lastIdx="0" clrIdx="648"/>
  <p:cmAuthor id="650" name="未知用户224" initials="未" lastIdx="0" clrIdx="649"/>
  <p:cmAuthor id="651" name="未知用户332" initials="未" lastIdx="0" clrIdx="650"/>
  <p:cmAuthor id="652" name="未知用户309" initials="未" lastIdx="0" clrIdx="651"/>
  <p:cmAuthor id="653" name="未知用户310" initials="未" lastIdx="0" clrIdx="652"/>
  <p:cmAuthor id="654" name="未知用户311" initials="未" lastIdx="0" clrIdx="653"/>
  <p:cmAuthor id="655" name="未知用户312" initials="未" lastIdx="0" clrIdx="654"/>
  <p:cmAuthor id="656" name="未知用户313" initials="未" lastIdx="0" clrIdx="655"/>
  <p:cmAuthor id="657" name="未知用户335" initials="未" lastIdx="0" clrIdx="656"/>
  <p:cmAuthor id="658" name="未知用户316" initials="未" lastIdx="0" clrIdx="657"/>
  <p:cmAuthor id="659" name="未知用户277" initials="未" lastIdx="0" clrIdx="658"/>
  <p:cmAuthor id="660" name="未知用户278" initials="未" lastIdx="0" clrIdx="659"/>
  <p:cmAuthor id="661" name="未知用户272" initials="未" lastIdx="0" clrIdx="660"/>
  <p:cmAuthor id="662" name="未知用户273" initials="未" lastIdx="0" clrIdx="661"/>
  <p:cmAuthor id="663" name="未知用户279" initials="未" lastIdx="0" clrIdx="662"/>
  <p:cmAuthor id="664" name="未知用户233" initials="未" lastIdx="0" clrIdx="663"/>
  <p:cmAuthor id="665" name="未知用户229" initials="未" lastIdx="0" clrIdx="664"/>
  <p:cmAuthor id="666" name="未知用户234" initials="未" lastIdx="0" clrIdx="665"/>
  <p:cmAuthor id="667" name="未知用户274" initials="未" lastIdx="0" clrIdx="666"/>
  <p:cmAuthor id="668" name="未知用户236" initials="未" lastIdx="0" clrIdx="667"/>
  <p:cmAuthor id="669" name="未知用户280" initials="未" lastIdx="0" clrIdx="668"/>
  <p:cmAuthor id="670" name="未知用户238" initials="未" lastIdx="0" clrIdx="669"/>
  <p:cmAuthor id="671" name="未知用户239" initials="未" lastIdx="0" clrIdx="670"/>
  <p:cmAuthor id="672" name="未知用户240" initials="未" lastIdx="0" clrIdx="671"/>
  <p:cmAuthor id="673" name="未知用户241" initials="未" lastIdx="0" clrIdx="672"/>
  <p:cmAuthor id="674" name="未知用户242" initials="未" lastIdx="0" clrIdx="673"/>
  <p:cmAuthor id="675" name="未知用户243" initials="未" lastIdx="0" clrIdx="674"/>
  <p:cmAuthor id="676" name="未知用户244" initials="未" lastIdx="0" clrIdx="675"/>
  <p:cmAuthor id="677" name="未知用户245" initials="未" lastIdx="0" clrIdx="676"/>
  <p:cmAuthor id="678" name="未知用户246" initials="未" lastIdx="0" clrIdx="677"/>
  <p:cmAuthor id="679" name="未知用户247" initials="未" lastIdx="0" clrIdx="678"/>
  <p:cmAuthor id="680" name="未知用户248" initials="未" lastIdx="0" clrIdx="679"/>
  <p:cmAuthor id="681" name="未知用户249" initials="未" lastIdx="0" clrIdx="680"/>
  <p:cmAuthor id="682" name="未知用户250" initials="未" lastIdx="0" clrIdx="681"/>
  <p:cmAuthor id="683" name="未知用户251" initials="未" lastIdx="0" clrIdx="682"/>
  <p:cmAuthor id="684" name="未知用户252" initials="未" lastIdx="0" clrIdx="683"/>
  <p:cmAuthor id="685" name="未知用户253" initials="未" lastIdx="0" clrIdx="684"/>
  <p:cmAuthor id="686" name="未知用户254" initials="未" lastIdx="0" clrIdx="685"/>
  <p:cmAuthor id="687" name="未知用户255" initials="未" lastIdx="0" clrIdx="686"/>
  <p:cmAuthor id="688" name="未知用户256" initials="未" lastIdx="0" clrIdx="687"/>
  <p:cmAuthor id="689" name="未知用户257" initials="未" lastIdx="0" clrIdx="688"/>
  <p:cmAuthor id="690" name="未知用户258" initials="未" lastIdx="0" clrIdx="689"/>
  <p:cmAuthor id="691" name="未知用户259" initials="未" lastIdx="0" clrIdx="690"/>
  <p:cmAuthor id="692" name="未知用户260" initials="未" lastIdx="0" clrIdx="691"/>
  <p:cmAuthor id="693" name="未知用户275" initials="未" lastIdx="0" clrIdx="692"/>
  <p:cmAuthor id="694" name="未知用户276" initials="未" lastIdx="0" clrIdx="693"/>
  <p:cmAuthor id="695" name="未知用户263" initials="未" lastIdx="0" clrIdx="694"/>
  <p:cmAuthor id="696" name="未知用户264" initials="未" lastIdx="0" clrIdx="695"/>
  <p:cmAuthor id="697" name="未知用户265" initials="未" lastIdx="0" clrIdx="696"/>
  <p:cmAuthor id="698" name="未知用户266" initials="未" lastIdx="0" clrIdx="697"/>
  <p:cmAuthor id="699" name="未知用户267" initials="未" lastIdx="0" clrIdx="698"/>
  <p:cmAuthor id="700" name="未知用户268" initials="未" lastIdx="0" clrIdx="699"/>
  <p:cmAuthor id="701" name="未知用户269" initials="未" lastIdx="0" clrIdx="700"/>
  <p:cmAuthor id="702" name="未知用户270" initials="未" lastIdx="0" clrIdx="701"/>
  <p:cmAuthor id="703" name="未知用户193" initials="未" lastIdx="0" clrIdx="702"/>
  <p:cmAuthor id="704" name="未知用户195" initials="未" lastIdx="0" clrIdx="703"/>
  <p:cmAuthor id="705" name="未知用户196" initials="未" lastIdx="0" clrIdx="704"/>
  <p:cmAuthor id="706" name="未知用户358" initials="未" lastIdx="0" clrIdx="705"/>
  <p:cmAuthor id="707" name="未知用户359" initials="未" lastIdx="0" clrIdx="706"/>
  <p:cmAuthor id="708" name="未知用户360" initials="未" lastIdx="0" clrIdx="707"/>
  <p:cmAuthor id="709" name="未知用户361" initials="未" lastIdx="0" clrIdx="708"/>
  <p:cmAuthor id="710" name="未知用户364" initials="未" lastIdx="0" clrIdx="709"/>
  <p:cmAuthor id="711" name="未知用户288" initials="未" lastIdx="0" clrIdx="710"/>
  <p:cmAuthor id="712" name="未知用户297" initials="未" lastIdx="0" clrIdx="711"/>
  <p:cmAuthor id="713" name="未知用户298" initials="未" lastIdx="0" clrIdx="712"/>
  <p:cmAuthor id="714" name="未知用户307" initials="未" lastIdx="0" clrIdx="713"/>
  <p:cmAuthor id="715" name="未知用户308" initials="未" lastIdx="0" clrIdx="714"/>
  <p:cmAuthor id="716" name="未知用户315" initials="未" lastIdx="0" clrIdx="715"/>
  <p:cmAuthor id="717" name="未知用户317" initials="未" lastIdx="0" clrIdx="716"/>
  <p:cmAuthor id="718" name="未知用户329" initials="未" lastIdx="0" clrIdx="717"/>
  <p:cmAuthor id="719" name="未知用户333" initials="未" lastIdx="0" clrIdx="718"/>
  <p:cmAuthor id="720" name="未知用户334" initials="未" lastIdx="0" clrIdx="719"/>
  <p:cmAuthor id="721" name="未知用户340" initials="未" lastIdx="0" clrIdx="720"/>
  <p:cmAuthor id="722" name="未知用户341" initials="未" lastIdx="0" clrIdx="721"/>
  <p:cmAuthor id="723" name="未知用户342" initials="未" lastIdx="0" clrIdx="722"/>
  <p:cmAuthor id="724" name="未知用户343" initials="未" lastIdx="0" clrIdx="723"/>
  <p:cmAuthor id="725" name="未知用户344" initials="未" lastIdx="0" clrIdx="724"/>
  <p:cmAuthor id="726" name="未知用户345" initials="未" lastIdx="0" clrIdx="725"/>
  <p:cmAuthor id="727" name="未知用户365" initials="未" lastIdx="0" clrIdx="726"/>
  <p:cmAuthor id="728" name="未知用户366" initials="未" lastIdx="0" clrIdx="727"/>
  <p:cmAuthor id="729" name="未知用户367" initials="未" lastIdx="0" clrIdx="728"/>
  <p:cmAuthor id="730" name="未知用户368" initials="未" lastIdx="0" clrIdx="729"/>
  <p:cmAuthor id="731" name="未知用户403" initials="未" lastIdx="0" clrIdx="730"/>
  <p:cmAuthor id="732" name="未知用户402" initials="未" lastIdx="0" clrIdx="731"/>
  <p:cmAuthor id="733" name="未知用户379" initials="未" lastIdx="0" clrIdx="732"/>
  <p:cmAuthor id="734" name="未知用户380" initials="未" lastIdx="0" clrIdx="733"/>
  <p:cmAuthor id="735" name="未知用户405" initials="未" lastIdx="0" clrIdx="734"/>
  <p:cmAuthor id="736" name="未知用户382" initials="未" lastIdx="0" clrIdx="735"/>
  <p:cmAuthor id="737" name="未知用户383" initials="未" lastIdx="0" clrIdx="736"/>
  <p:cmAuthor id="738" name="未知用户384" initials="未" lastIdx="0" clrIdx="737"/>
  <p:cmAuthor id="739" name="未知用户385" initials="未" lastIdx="0" clrIdx="738"/>
  <p:cmAuthor id="740" name="未知用户386" initials="未" lastIdx="0" clrIdx="739"/>
  <p:cmAuthor id="741" name="未知用户387" initials="未" lastIdx="0" clrIdx="740"/>
  <p:cmAuthor id="742" name="未知用户388" initials="未" lastIdx="0" clrIdx="741"/>
  <p:cmAuthor id="743" name="未知用户411" initials="未" lastIdx="0" clrIdx="742"/>
  <p:cmAuthor id="744" name="未知用户389" initials="未" lastIdx="0" clrIdx="743"/>
  <p:cmAuthor id="745" name="未知用户390" initials="未" lastIdx="0" clrIdx="744"/>
  <p:cmAuthor id="746" name="未知用户391" initials="未" lastIdx="0" clrIdx="745"/>
  <p:cmAuthor id="747" name="未知用户392" initials="未" lastIdx="0" clrIdx="746"/>
  <p:cmAuthor id="748" name="未知用户393" initials="未" lastIdx="0" clrIdx="747"/>
  <p:cmAuthor id="749" name="未知用户394" initials="未" lastIdx="0" clrIdx="748"/>
  <p:cmAuthor id="750" name="未知用户395" initials="未" lastIdx="0" clrIdx="749"/>
  <p:cmAuthor id="751" name="未知用户396" initials="未" lastIdx="0" clrIdx="750"/>
  <p:cmAuthor id="752" name="未知用户406" initials="未" lastIdx="0" clrIdx="751"/>
  <p:cmAuthor id="753" name="未知用户397" initials="未" lastIdx="0" clrIdx="752"/>
  <p:cmAuthor id="754" name="未知用户407" initials="未" lastIdx="0" clrIdx="753"/>
  <p:cmAuthor id="755" name="未知用户398" initials="未" lastIdx="0" clrIdx="754"/>
  <p:cmAuthor id="756" name="未知用户399" initials="未" lastIdx="0" clrIdx="755"/>
  <p:cmAuthor id="757" name="未知用户400" initials="未" lastIdx="0" clrIdx="756"/>
  <p:cmAuthor id="758" name="未知用户401" initials="未" lastIdx="0" clrIdx="757"/>
  <p:cmAuthor id="759" name="未知用户420" initials="未" lastIdx="0" clrIdx="758"/>
  <p:cmAuthor id="760" name="未知用户421" initials="未" lastIdx="0" clrIdx="759"/>
  <p:cmAuthor id="761" name="未知用户422" initials="未" lastIdx="0" clrIdx="760"/>
  <p:cmAuthor id="762" name="未知用户423" initials="未" lastIdx="0" clrIdx="761"/>
  <p:cmAuthor id="763" name="未知用户424" initials="未" lastIdx="0" clrIdx="762"/>
  <p:cmAuthor id="764" name="未知用户419" initials="未" lastIdx="0" clrIdx="763"/>
  <p:cmAuthor id="765" name="未知用户425" initials="未" lastIdx="0" clrIdx="764"/>
  <p:cmAuthor id="766" name="未知用户426" initials="未" lastIdx="0" clrIdx="765"/>
  <p:cmAuthor id="767" name="未知用户427" initials="未" lastIdx="0" clrIdx="766"/>
  <p:cmAuthor id="768" name="未知用户428" initials="未" lastIdx="0" clrIdx="767"/>
  <p:cmAuthor id="769" name="未知用户429" initials="未" lastIdx="0" clrIdx="768"/>
  <p:cmAuthor id="770" name="未知用户430" initials="未" lastIdx="0" clrIdx="769"/>
  <p:cmAuthor id="771" name="未知用户431" initials="未" lastIdx="0" clrIdx="770"/>
  <p:cmAuthor id="772" name="未知用户432" initials="未" lastIdx="0" clrIdx="771"/>
  <p:cmAuthor id="773" name="未知用户433" initials="未" lastIdx="0" clrIdx="772"/>
  <p:cmAuthor id="774" name="未知用户434" initials="未" lastIdx="0" clrIdx="773"/>
  <p:cmAuthor id="775" name="未知用户435" initials="未" lastIdx="0" clrIdx="774"/>
  <p:cmAuthor id="776" name="未知用户436" initials="未" lastIdx="0" clrIdx="775"/>
  <p:cmAuthor id="777" name="未知用户437" initials="未" lastIdx="0" clrIdx="776"/>
  <p:cmAuthor id="778" name="未知用户438" initials="未" lastIdx="0" clrIdx="777"/>
  <p:cmAuthor id="779" name="未知用户417" initials="未" lastIdx="0" clrIdx="778"/>
  <p:cmAuthor id="780" name="未知用户439" initials="未" lastIdx="0" clrIdx="779"/>
  <p:cmAuthor id="781" name="未知用户440" initials="未" lastIdx="0" clrIdx="780"/>
  <p:cmAuthor id="782" name="未知用户441" initials="未" lastIdx="0" clrIdx="781"/>
  <p:cmAuthor id="783" name="未知用户442" initials="未" lastIdx="0" clrIdx="782"/>
  <p:cmAuthor id="784" name="未知用户443" initials="未" lastIdx="0" clrIdx="783"/>
  <p:cmAuthor id="785" name="未知用户444" initials="未" lastIdx="0" clrIdx="784"/>
  <p:cmAuthor id="786" name="未知用户445" initials="未" lastIdx="0" clrIdx="785"/>
  <p:cmAuthor id="787" name="未知用户446" initials="未" lastIdx="0" clrIdx="786"/>
  <p:cmAuthor id="788" name="未知用户447" initials="未" lastIdx="0" clrIdx="787"/>
  <p:cmAuthor id="789" name="未知用户448" initials="未" lastIdx="0" clrIdx="788"/>
  <p:cmAuthor id="790" name="郭成报" initials="郭" lastIdx="0" clrIdx="789"/>
  <p:cmAuthor id="791" name="谢静波" initials="谢" lastIdx="0" clrIdx="790"/>
  <p:cmAuthor id="792" name="zcy" initials="z" lastIdx="0" clrIdx="791"/>
  <p:cmAuthor id="793" name="zhang li" initials="z" lastIdx="0" clrIdx="792"/>
  <p:cmAuthor id="794" name="zhuxi" initials="z" lastIdx="0" clrIdx="793"/>
  <p:cmAuthor id="795" name="王岩" initials="王" lastIdx="0" clrIdx="794"/>
  <p:cmAuthor id="796" name="haowa" initials="h" lastIdx="0" clrIdx="795"/>
  <p:cmAuthor id="797" name="刘聪" initials="LC" lastIdx="0" clrIdx="796"/>
  <p:cmAuthor id="798" name="86132" initials="8" lastIdx="0" clrIdx="797"/>
  <p:cmAuthor id="799" name="zhouyangfan" initials="z" lastIdx="0" clrIdx="798"/>
  <p:cmAuthor id="800" name="Layla" initials="L" lastIdx="0" clrIdx="799"/>
  <p:cmAuthor id="801" name="942118604@qq.com" initials="9" lastIdx="0" clrIdx="800"/>
  <p:cmAuthor id="802" name="丁喆彤" initials="丁" lastIdx="0" clrIdx="801"/>
  <p:cmAuthor id="803" name="书小宁" initials="书" lastIdx="0" clrIdx="802"/>
  <p:cmAuthor id="804" name="huangxm31" initials="h" lastIdx="0" clrIdx="803"/>
  <p:cmAuthor id="805" name="张辉" initials="张" lastIdx="0" clrIdx="804"/>
  <p:cmAuthor id="806" name="hainan zheng" initials="h" lastIdx="0" clrIdx="805"/>
  <p:cmAuthor id="807" name="gayxb" initials="g" lastIdx="0" clrIdx="806"/>
  <p:cmAuthor id="808" name="lish54" initials="l" lastIdx="0" clrIdx="807"/>
  <p:cmAuthor id="809" name="tyzwsai" initials="t" lastIdx="0" clrIdx="808"/>
  <p:cmAuthor id="810" name="李宇昕" initials="李" lastIdx="0" clrIdx="809"/>
  <p:cmAuthor id="811" name="殷 积波" initials="殷" lastIdx="0" clrIdx="810"/>
  <p:cmAuthor id="812" name="启浩" initials="启" lastIdx="0" clrIdx="811"/>
  <p:cmAuthor id="813" name="袨?嗴?傤?" initials="袨" lastIdx="0" clrIdx="812"/>
  <p:cmAuthor id="814" name="林玲 郑" initials="林" lastIdx="0" clrIdx="813"/>
  <p:cmAuthor id="815" name="554154816@qq.com" initials="5" lastIdx="0" clrIdx="814"/>
  <p:cmAuthor id="816" name="未知用户192" initials="未" lastIdx="0" clrIdx="815"/>
  <p:cmAuthor id="817" name="志刚 赵" initials="志" lastIdx="0" clrIdx="816"/>
  <p:cmAuthor id="818" name="wtt" initials="w" lastIdx="0" clrIdx="817"/>
  <p:cmAuthor id="819" name="catlaohu" initials="c" lastIdx="0" clrIdx="818"/>
  <p:cmAuthor id="820" name="崔冶鸣（内蒙古英才管培生）" initials="崔" lastIdx="0" clrIdx="819"/>
  <p:cmAuthor id="821" name="未知用户105" initials="未" lastIdx="0" clrIdx="820"/>
  <p:cmAuthor id="822" name="张逸晨" initials="张" lastIdx="0" clrIdx="821"/>
  <p:cmAuthor id="823" name="sizx" initials="s" lastIdx="0" clrIdx="822"/>
  <p:cmAuthor id="824" name="雨林木风" initials="雨" lastIdx="0" clrIdx="823"/>
  <p:cmAuthor id="825" name="张洁01-lhq" initials="张" lastIdx="0" clrIdx="824"/>
  <p:cmAuthor id="826" name="池依曼" initials="池" lastIdx="0" clrIdx="825"/>
  <p:cmAuthor id="827" name="未知用户219" initials="未" lastIdx="0" clrIdx="826"/>
  <p:cmAuthor id="828" name="未知用户230" initials="未" lastIdx="0" clrIdx="827"/>
  <p:cmAuthor id="829" name="未知用户231" initials="未" lastIdx="0" clrIdx="828"/>
  <p:cmAuthor id="830" name="未知用户232" initials="未" lastIdx="0" clrIdx="829"/>
  <p:cmAuthor id="831" name="未知用户237" initials="未" lastIdx="0" clrIdx="830"/>
  <p:cmAuthor id="832" name="曾蓓/贝贝" initials="曾" lastIdx="0" clrIdx="831"/>
  <p:cmAuthor id="833" name="未知用户226" initials="未" lastIdx="0" clrIdx="832"/>
  <p:cmAuthor id="834" name="亚运 曹" initials="亚" lastIdx="0" clrIdx="833"/>
  <p:cmAuthor id="835" name="39538" initials="3" lastIdx="0" clrIdx="834"/>
  <p:cmAuthor id="836" name="张正明" initials="张" lastIdx="0" clrIdx="835"/>
  <p:cmAuthor id="837" name="FANG SUN" initials="F" lastIdx="0" clrIdx="836"/>
  <p:cmAuthor id="838" name="富德生命人寿" initials="富" lastIdx="0" clrIdx="837"/>
  <p:cmAuthor id="839" name="袁缘" initials="袁" lastIdx="0" clrIdx="838"/>
  <p:cmAuthor id="840" name="未知用户416" initials="未" lastIdx="0" clrIdx="839"/>
  <p:cmAuthor id="841" name="未知用户404" initials="未" lastIdx="0" clrIdx="840"/>
  <p:cmAuthor id="842" name="未知用户408" initials="未" lastIdx="0" clrIdx="841"/>
  <p:cmAuthor id="843" name="未知用户409" initials="未" lastIdx="0" clrIdx="842"/>
  <p:cmAuthor id="844" name="未知用户412" initials="未" lastIdx="0" clrIdx="843"/>
  <p:cmAuthor id="845" name="未知用户413" initials="未" lastIdx="0" clrIdx="844"/>
  <p:cmAuthor id="846" name="未知用户414" initials="未" lastIdx="0" clrIdx="845"/>
  <p:cmAuthor id="847" name="未知用户415" initials="未" lastIdx="0" clrIdx="846"/>
  <p:cmAuthor id="848" name="未知用户215" initials="未" lastIdx="0" clrIdx="847"/>
  <p:cmAuthor id="849" name="未知用户217" initials="未" lastIdx="0" clrIdx="848"/>
  <p:cmAuthor id="850" name="未知用户261" initials="未" lastIdx="0" clrIdx="849"/>
  <p:cmAuthor id="851" name="未知用户371" initials="未" lastIdx="0" clrIdx="850"/>
  <p:cmAuthor id="852" name="未知用户370" initials="未" lastIdx="0" clrIdx="851"/>
  <p:cmAuthor id="853" name="未知用户347" initials="未" lastIdx="0" clrIdx="852"/>
  <p:cmAuthor id="854" name="未知用户348" initials="未" lastIdx="0" clrIdx="853"/>
  <p:cmAuthor id="855" name="未知用户286" initials="未" lastIdx="0" clrIdx="854"/>
  <p:cmAuthor id="856" name="未知用户373" initials="未" lastIdx="0" clrIdx="855"/>
  <p:cmAuthor id="857" name="未知用户350" initials="未" lastIdx="0" clrIdx="856"/>
  <p:cmAuthor id="858" name="未知用户218" initials="未" lastIdx="0" clrIdx="857"/>
  <p:cmAuthor id="859" name="未知用户351" initials="未" lastIdx="0" clrIdx="858"/>
  <p:cmAuthor id="860" name="未知用户352" initials="未" lastIdx="0" clrIdx="859"/>
  <p:cmAuthor id="861" name="未知用户353" initials="未" lastIdx="0" clrIdx="860"/>
  <p:cmAuthor id="862" name="未知用户354" initials="未" lastIdx="0" clrIdx="861"/>
  <p:cmAuthor id="863" name="未知用户355" initials="未" lastIdx="0" clrIdx="862"/>
  <p:cmAuthor id="864" name="未知用户356" initials="未" lastIdx="0" clrIdx="863"/>
  <p:cmAuthor id="865" name="未知用户378" initials="未" lastIdx="0" clrIdx="864"/>
  <p:cmAuthor id="866" name="未知用户357" initials="未" lastIdx="0" clrIdx="865"/>
  <p:cmAuthor id="867" name="未知用户362" initials="未" lastIdx="0" clrIdx="866"/>
  <p:cmAuthor id="868" name="未知用户363" initials="未" lastIdx="0" clrIdx="867"/>
  <p:cmAuthor id="869" name="未知用户374" initials="未" lastIdx="0" clrIdx="868"/>
  <p:cmAuthor id="870" name="未知用户375" initials="未" lastIdx="0" clrIdx="869"/>
  <p:cmAuthor id="871" name="未知用户369" initials="未" lastIdx="0" clrIdx="870"/>
  <p:cmAuthor id="872" name="未知用户376" initials="未" lastIdx="0" clrIdx="871"/>
  <p:cmAuthor id="873" name="未知用户377" initials="未" lastIdx="0" clrIdx="872"/>
  <p:cmAuthor id="874" name="未知用户372" initials="未" lastIdx="0" clrIdx="873"/>
  <p:cmAuthor id="875" name="Xzjd" initials="X" lastIdx="0" clrIdx="874"/>
  <p:cmAuthor id="876" name="a1270005862@outlook.com" initials="a" lastIdx="0" clrIdx="875"/>
  <p:cmAuthor id="877" name="泰康自贡本部" initials="泰" lastIdx="0" clrIdx="876"/>
  <p:cmAuthor id="878" name="未知用户466" initials="未" lastIdx="0" clrIdx="877"/>
  <p:cmAuthor id="879" name="未知用户460" initials="未" lastIdx="0" clrIdx="878"/>
  <p:cmAuthor id="880" name="未知用户454" initials="未" lastIdx="0" clrIdx="879"/>
  <p:cmAuthor id="881" name="未知用户461" initials="未" lastIdx="0" clrIdx="880"/>
  <p:cmAuthor id="882" name="未知用户455" initials="未" lastIdx="0" clrIdx="881"/>
  <p:cmAuthor id="883" name="未知用户462" initials="未" lastIdx="0" clrIdx="882"/>
  <p:cmAuthor id="884" name="未知用户465" initials="未" lastIdx="0" clrIdx="883"/>
  <p:cmAuthor id="885" name="未知用户457" initials="未" lastIdx="0" clrIdx="884"/>
  <p:cmAuthor id="886" name="未知用户450" initials="未" lastIdx="0" clrIdx="885"/>
  <p:cmAuthor id="887" name="未知用户463" initials="未" lastIdx="0" clrIdx="886"/>
  <p:cmAuthor id="888" name="未知用户467" initials="未" lastIdx="0" clrIdx="887"/>
  <p:cmAuthor id="889" name="未知用户468" initials="未" lastIdx="0" clrIdx="888"/>
  <p:cmAuthor id="890" name="未知用户469" initials="未" lastIdx="0" clrIdx="889"/>
  <p:cmAuthor id="891" name="未知用户458" initials="未" lastIdx="0" clrIdx="890"/>
  <p:cmAuthor id="892" name="未知用户470" initials="未" lastIdx="0" clrIdx="891"/>
  <p:cmAuthor id="893" name="未知用户471" initials="未" lastIdx="0" clrIdx="892"/>
  <p:cmAuthor id="894" name="未知用户472" initials="未" lastIdx="0" clrIdx="893"/>
  <p:cmAuthor id="895" name="未知用户473" initials="未" lastIdx="0" clrIdx="894"/>
  <p:cmAuthor id="896" name="未知用户235" initials="未" lastIdx="0" clrIdx="895"/>
  <p:cmAuthor id="897" name="未知用户453" initials="未" lastIdx="0" clrIdx="896"/>
  <p:cmAuthor id="898" name="未知用户474" initials="未" lastIdx="0" clrIdx="897"/>
  <p:cmAuthor id="899" name="未知用户475" initials="未" lastIdx="0" clrIdx="898"/>
  <p:cmAuthor id="900" name="未知用户476" initials="未" lastIdx="0" clrIdx="899"/>
  <p:cmAuthor id="901" name="未知用户459" initials="未" lastIdx="0" clrIdx="900"/>
  <p:cmAuthor id="902" name="未知用户489" initials="未" lastIdx="0" clrIdx="901"/>
  <p:cmAuthor id="903" name="未知用户488" initials="未" lastIdx="0" clrIdx="902"/>
  <p:cmAuthor id="904" name="未知用户490" initials="未" lastIdx="0" clrIdx="903"/>
  <p:cmAuthor id="905" name="未知用户477" initials="未" lastIdx="0" clrIdx="904"/>
  <p:cmAuthor id="906" name="未知用户478" initials="未" lastIdx="0" clrIdx="905"/>
  <p:cmAuthor id="907" name="未知用户479" initials="未" lastIdx="0" clrIdx="906"/>
  <p:cmAuthor id="908" name="未知用户480" initials="未" lastIdx="0" clrIdx="907"/>
  <p:cmAuthor id="909" name="未知用户481" initials="未" lastIdx="0" clrIdx="908"/>
  <p:cmAuthor id="910" name="未知用户482" initials="未" lastIdx="0" clrIdx="909"/>
  <p:cmAuthor id="911" name="未知用户483" initials="未" lastIdx="0" clrIdx="910"/>
  <p:cmAuthor id="912" name="未知用户484" initials="未" lastIdx="0" clrIdx="911"/>
  <p:cmAuthor id="913" name="未知用户485" initials="未" lastIdx="0" clrIdx="912"/>
  <p:cmAuthor id="914" name="未知用户486" initials="未" lastIdx="0" clrIdx="913"/>
  <p:cmAuthor id="915" name="未知用户452" initials="未" lastIdx="0" clrIdx="914"/>
  <p:cmAuthor id="916" name="未知用户456" initials="未" lastIdx="0" clrIdx="915"/>
  <p:cmAuthor id="917" name="未知用户464" initials="未" lastIdx="0" clrIdx="916"/>
  <p:cmAuthor id="918" name="未知用户487" initials="未" lastIdx="0" clrIdx="917"/>
  <p:cmAuthor id="919" name="部室管理员/软件开发中心/总行机关/ABC" initials="部" lastIdx="0" clrIdx="918"/>
  <p:cmAuthor id="920" name="廖爽亚" initials="廖" lastIdx="0" clrIdx="919"/>
  <p:cmAuthor id="921" name="zilong.li" initials="z" lastIdx="0" clrIdx="920"/>
  <p:cmAuthor id="922" name="James Conard" initials="J" lastIdx="0" clrIdx="921"/>
  <p:cmAuthor id="923" name="TaiKang" initials="T" lastIdx="0" clrIdx="922"/>
  <p:cmAuthor id="924" name="未知用户51" initials="未" lastIdx="0" clrIdx="923"/>
  <p:cmAuthor id="925" name="seki" initials="s" lastIdx="0" clrIdx="924"/>
  <p:cmAuthor id="926" name="刘云轩" initials="刘" lastIdx="0" clrIdx="925"/>
  <p:cmAuthor id="927" name="daliang xu" initials="d" lastIdx="0" clrIdx="926"/>
  <p:cmAuthor id="928" name="刘凯欣" initials="刘" lastIdx="0" clrIdx="927"/>
  <p:cmAuthor id="929" name="sdlife" initials="s" lastIdx="0" clrIdx="928"/>
  <p:cmAuthor id="930" name="Chinalife_Cz" initials="C" lastIdx="0" clrIdx="929"/>
  <p:cmAuthor id="931" name="asuspc" initials="a" lastIdx="0" clrIdx="930"/>
  <p:cmAuthor id="932" name="李昀东" initials="李" lastIdx="0" clrIdx="931"/>
  <p:cmAuthor id="933" name="ChinaLife" initials="C" lastIdx="0" clrIdx="932"/>
  <p:cmAuthor id="934" name="理者" initials="理" lastIdx="0" clrIdx="933"/>
  <p:cmAuthor id="935" name="闪电杰尼" initials="闪" lastIdx="0" clrIdx="934"/>
  <p:cmAuthor id="936" name="未知用户83" initials="未" lastIdx="0" clrIdx="935"/>
  <p:cmAuthor id="937" name="未知用户106" initials="未" lastIdx="0" clrIdx="936"/>
  <p:cmAuthor id="938" name="erqu" initials="e" lastIdx="0" clrIdx="937"/>
  <p:cmAuthor id="939" name="15853" initials="1" lastIdx="0" clrIdx="938"/>
  <p:cmAuthor id="940" name="未知用户111" initials="未" lastIdx="0" clrIdx="939"/>
  <p:cmAuthor id="941" name="19916" initials="1" lastIdx="0" clrIdx="940"/>
  <p:cmAuthor id="942" name="未知用户113" initials="未" lastIdx="0" clrIdx="941"/>
  <p:cmAuthor id="943" name="姜伟光" initials="姜" lastIdx="0" clrIdx="942"/>
  <p:cmAuthor id="944" name="宋洁然" initials="宋" lastIdx="0" clrIdx="943"/>
  <p:cmAuthor id="945" name="谢 东林" initials="谢" lastIdx="0" clrIdx="944"/>
  <p:cmAuthor id="946" name="Eileen Yi" initials="E" lastIdx="0" clrIdx="945"/>
  <p:cmAuthor id="947" name="dellwin" initials="d" lastIdx="0" clrIdx="946"/>
  <p:cmAuthor id="948" name="未知用户410" initials="未" lastIdx="0" clrIdx="947"/>
  <p:cmAuthor id="949" name="kp l" initials="k" lastIdx="0" clrIdx="948"/>
  <p:cmAuthor id="950" name="姜文静" initials="姜" lastIdx="0" clrIdx="949"/>
  <p:cmAuthor id="951" name="陈依依" initials="陈" lastIdx="0" clrIdx="950"/>
  <p:cmAuthor id="952" name="ae2000" initials="a" lastIdx="0" clrIdx="951"/>
  <p:cmAuthor id="953" name="王丹（法律）" initials="王" lastIdx="0" clrIdx="952"/>
  <p:cmAuthor id="954" name="李珔暐" initials="李" lastIdx="0" clrIdx="953"/>
  <p:cmAuthor id="955" name="yuxue" initials="y" lastIdx="0" clrIdx="954"/>
  <p:cmAuthor id="956" name="Abel" initials="A" lastIdx="0" clrIdx="955"/>
  <p:cmAuthor id="957" name="xq" initials="x" lastIdx="0" clrIdx="956"/>
  <p:cmAuthor id="958" name="李寄思" initials="李" lastIdx="0" clrIdx="957"/>
  <p:cmAuthor id="959" name="刘莹" initials="刘" lastIdx="0" clrIdx="958"/>
  <p:cmAuthor id="960" name="hasee" initials="h" lastIdx="0" clrIdx="959"/>
  <p:cmAuthor id="961" name="贝贝ai猪" initials="贝" lastIdx="0" clrIdx="960"/>
  <p:cmAuthor id="962" name="何梦婕" initials="何" lastIdx="0" clrIdx="961"/>
  <p:cmAuthor id="963" name="sdzz-syy" initials="s" lastIdx="0" clrIdx="962"/>
  <p:cmAuthor id="964" name="谢俊/技术总监室/软件开发中心/总行机关/ABC" initials="谢" lastIdx="0" clrIdx="963"/>
  <p:cmAuthor id="965" name="CN=谢俊/OU=技术总监室/OU=软件开发中心/OU=总行机关/O=ABC" initials="C" lastIdx="0" clrIdx="964"/>
  <p:cmAuthor id="966" name="yltp" initials="y" lastIdx="0" clrIdx="965"/>
  <p:cmAuthor id="967" name="nieyp" initials="n" lastIdx="0" clrIdx="966"/>
  <p:cmAuthor id="968" name="AbuSina" initials="A" lastIdx="0" clrIdx="967"/>
  <p:cmAuthor id="969" name="zhengwen" initials="z" lastIdx="0" clrIdx="968"/>
  <p:cmAuthor id="970" name="chinalife" initials="c" lastIdx="0" clrIdx="969"/>
  <p:cmAuthor id="971" name="wangsc" initials="w" lastIdx="0" clrIdx="970"/>
  <p:cmAuthor id="972" name="tk-taiyuan" initials="t" lastIdx="0" clrIdx="971"/>
  <p:cmAuthor id="973" name="chenzheng4" initials="c" lastIdx="0" clrIdx="972"/>
  <p:cmAuthor id="974" name="王 震环" initials="王" lastIdx="0" clrIdx="973"/>
  <p:cmAuthor id="975" name="郄 琰" initials="郄" lastIdx="0" clrIdx="974"/>
  <p:cmAuthor id="976" name="路飞张" initials="路" lastIdx="0" clrIdx="975"/>
  <p:cmAuthor id="977" name="Saku Uchikawa" initials="S" lastIdx="0" clrIdx="976"/>
  <p:cmAuthor id="978" name="nie_y" initials="n" lastIdx="0" clrIdx="977"/>
  <p:cmAuthor id="979" name="86158" initials="8" lastIdx="0" clrIdx="978"/>
  <p:cmAuthor id="980" name="z cl" initials="z" lastIdx="0" clrIdx="979"/>
  <p:cmAuthor id="981" name="liuys40" initials="l" lastIdx="0" clrIdx="980"/>
  <p:cmAuthor id="982" name="刘 帅" initials="刘" lastIdx="0" clrIdx="981"/>
  <p:cmAuthor id="983" name="martin" initials="m" lastIdx="0" clrIdx="982"/>
  <p:cmAuthor id="984" name="qin yu" initials="q" lastIdx="0" clrIdx="983"/>
  <p:cmAuthor id="985" name="Bo" initials="B" lastIdx="0" clrIdx="984"/>
  <p:cmAuthor id="986" name="李建阳（内蒙古英才管培生）" initials="李" lastIdx="0" clrIdx="985"/>
  <p:cmAuthor id="987" name="马靖松" initials="马" lastIdx="0" clrIdx="986"/>
  <p:cmAuthor id="988" name="pingchangxin@outlook.com LI" initials="p" lastIdx="0" clrIdx="987"/>
  <p:cmAuthor id="989" name="张晓燕(内蒙古巴彦淖尔)" initials="张" lastIdx="0" clrIdx="988"/>
  <p:cmAuthor id="990" name="王凯" initials="王" lastIdx="0" clrIdx="989"/>
  <p:cmAuthor id="991" name="沈琪-pbj" initials="沈" lastIdx="0" clrIdx="990"/>
  <p:cmAuthor id="992" name="ZYM" initials="Z" lastIdx="0" clrIdx="991"/>
  <p:cmAuthor id="993" name="LUO CHENG" initials="L" lastIdx="0" clrIdx="992"/>
  <p:cmAuthor id="994" name="scx" initials="s" lastIdx="0" clrIdx="993"/>
  <p:cmAuthor id="995" name="shenyanning-001" initials="s" lastIdx="0" clrIdx="994"/>
  <p:cmAuthor id="996" name="lipengfei01111@outlook.com" initials="l" lastIdx="0" clrIdx="995"/>
  <p:cmAuthor id="997" name="Evander Wan" initials="E" lastIdx="0" clrIdx="996"/>
  <p:cmAuthor id="998" name="俞寅达" initials="俞" lastIdx="0" clrIdx="997"/>
  <p:cmAuthor id="999" name="Simon Camp" initials="S" lastIdx="0" clrIdx="998"/>
  <p:cmAuthor id="1000" name="郭佳宏" initials="郭" lastIdx="0" clrIdx="999"/>
  <p:cmAuthor id="1001" name="王书珍" initials="王" lastIdx="0" clrIdx="1000"/>
  <p:cmAuthor id="1002" name="何兴胜" initials="何" lastIdx="0" clrIdx="1001"/>
  <p:cmAuthor id="1003" name="bing" initials="b" lastIdx="0" clrIdx="1002"/>
  <p:cmAuthor id="1004" name="hh" initials="h" lastIdx="0" clrIdx="1003"/>
  <p:cmAuthor id="1005" name="273839920@qq.com" initials="2" lastIdx="0" clrIdx="1004"/>
  <p:cmAuthor id="1006" name="H1900" initials="H" lastIdx="0" clrIdx="1005"/>
  <p:cmAuthor id="1007" name="王航" initials="王" lastIdx="0" clrIdx="1006"/>
  <p:cmAuthor id="1008" name="Hope0187" initials="H" lastIdx="0" clrIdx="1007"/>
  <p:cmAuthor id="1009" name="daiyi06" initials="d" lastIdx="0" clrIdx="1008"/>
  <p:cmAuthor id="1010" name="舒迪" initials="舒" lastIdx="0" clrIdx="1009"/>
  <p:cmAuthor id="1011" name="cindy.yi.huang@hsbc.com.cn" initials="c" lastIdx="0" clrIdx="1010"/>
  <p:cmAuthor id="1012" name="cindyhycai@hsbc.com.cn" initials="c" lastIdx="0" clrIdx="1011"/>
  <p:cmAuthor id="1013" name="bai bai" initials="b" lastIdx="0" clrIdx="1012"/>
  <p:cmAuthor id="1014" name="69395" initials="6" lastIdx="0" clrIdx="1013"/>
  <p:cmAuthor id="1015" name="滕杰" initials="滕" lastIdx="0" clrIdx="1014"/>
  <p:cmAuthor id="1016" name="Cpic" initials="C" lastIdx="0" clrIdx="1015"/>
  <p:cmAuthor id="1017" name="肖雪杉" initials="肖" lastIdx="0" clrIdx="1016"/>
  <p:cmAuthor id="1018" name="yi'da'su" initials="y" lastIdx="0" clrIdx="1017"/>
  <p:cmAuthor id="1019" name="刘 念" initials="刘" lastIdx="0" clrIdx="1018"/>
  <p:cmAuthor id="1020" name="Wangzhi gang" initials="W" lastIdx="0" clrIdx="1019"/>
  <p:cmAuthor id="1021" name="sufeng02" initials="s" lastIdx="0" clrIdx="1020"/>
  <p:cmAuthor id="1022" name="张 凯" initials="张" lastIdx="0" clrIdx="1021"/>
  <p:cmAuthor id="1023" name="HUAWEI" initials="H" lastIdx="0" clrIdx="1022"/>
  <p:cmAuthor id="1024" name="CNTP" initials="C" lastIdx="0" clrIdx="1023"/>
  <p:cmAuthor id="1025" name="李柯然" initials="李" lastIdx="0" clrIdx="1024"/>
  <p:cmAuthor id="1026" name="LENOVO" initials="L" lastIdx="0" clrIdx="1025"/>
  <p:cmAuthor id="1027" name="巧克力" initials="巧" lastIdx="0" clrIdx="1026"/>
  <p:cmAuthor id="1028" name="王玉" initials="王" lastIdx="0" clrIdx="1027"/>
  <p:cmAuthor id="1029" name="Ming Zuo" initials="M" lastIdx="0" clrIdx="1028"/>
  <p:cmAuthor id="1030" name="FR" initials="F" lastIdx="0" clrIdx="1029"/>
  <p:cmAuthor id="1031" name="wangyi" initials="w" lastIdx="0" clrIdx="1030"/>
  <p:cmAuthor id="1032" name="张星-lgd" initials="张" lastIdx="0" clrIdx="1031"/>
  <p:cmAuthor id="1033" name="dreamsummit" initials="d" lastIdx="0" clrIdx="1032"/>
  <p:cmAuthor id="1034" name="张 博" initials="张" lastIdx="0" clrIdx="1033"/>
  <p:cmAuthor id="1035" name="LS" initials="L" lastIdx="0" clrIdx="1034"/>
  <p:cmAuthor id="1036" name="Morgan, Aaron" initials="M" lastIdx="0" clrIdx="1035"/>
  <p:cmAuthor id="1037" name="weige" initials="w" lastIdx="0" clrIdx="1036"/>
  <p:cmAuthor id="1038" name="chen" initials="c" lastIdx="0" clrIdx="1037"/>
  <p:cmAuthor id="1039" name="李 俊琦" initials="李" lastIdx="0" clrIdx="1038"/>
  <p:cmAuthor id="1040" name="沈 鹤" initials="沈" lastIdx="0" clrIdx="1039"/>
  <p:cmAuthor id="1041" name="jilin" initials="j" lastIdx="0" clrIdx="1040"/>
  <p:cmAuthor id="1042" name="王保青-pah" initials="王" lastIdx="0" clrIdx="1041"/>
  <p:cmAuthor id="1043" name="Luo Mingjie" initials="L" lastIdx="0" clrIdx="1042"/>
  <p:cmAuthor id="1044" name="Jason Li" initials="J" lastIdx="0" clrIdx="1043"/>
  <p:cmAuthor id="1045" name="duxingge" initials="d" lastIdx="0" clrIdx="1044"/>
  <p:cmAuthor id="1046" name="超'S 康皮呦特儿" initials="超" lastIdx="0" clrIdx="1045"/>
  <p:cmAuthor id="1047" name="yingchao xi" initials="y" lastIdx="0" clrIdx="1046"/>
  <p:cmAuthor id="1048" name="depeng diao" initials="d" lastIdx="0" clrIdx="1047"/>
  <p:cmAuthor id="1049" name="amyzhang" initials="a" lastIdx="0" clrIdx="1048"/>
  <p:cmAuthor id="1050" name="JerryW" initials="J" lastIdx="0" clrIdx="1049"/>
  <p:cmAuthor id="1051" name="shenyy" initials="s" lastIdx="0" clrIdx="1050"/>
  <p:cmAuthor id="1052" name="Jason Cheung" initials="J" lastIdx="0" clrIdx="1051"/>
  <p:cmAuthor id="1053" name="刘笑" initials="刘" lastIdx="0" clrIdx="1052"/>
  <p:cmAuthor id="1054" name="admini" initials="a" lastIdx="0" clrIdx="1053"/>
  <p:cmAuthor id="1055" name="Maggie" initials="M" lastIdx="0" clrIdx="1054"/>
  <p:cmAuthor id="1056" name="rhpx" initials="r" lastIdx="0" clrIdx="1055"/>
  <p:cmAuthor id="1057" name="杜 洋" initials="杜" lastIdx="0" clrIdx="1056"/>
  <p:cmAuthor id="1058" name="李恋春" initials="李" lastIdx="0" clrIdx="1057"/>
  <p:cmAuthor id="1059" name="Alina" initials="A" lastIdx="0" clrIdx="1058"/>
  <p:cmAuthor id="1060" name="wangjing48" initials="w" lastIdx="0" clrIdx="1059"/>
  <p:cmAuthor id="1061" name="嘉" initials="嘉" lastIdx="0" clrIdx="1060"/>
  <p:cmAuthor id="1062" name="阚吉伟" initials="阚" lastIdx="0" clrIdx="1061"/>
  <p:cmAuthor id="1063" name="阚 兴龙" initials="阚" lastIdx="0" clrIdx="1062"/>
  <p:cmAuthor id="1064" name="马 天宁" initials="马" lastIdx="0" clrIdx="1063"/>
  <p:cmAuthor id="1065" name="di wui" initials="d" lastIdx="0" clrIdx="1064"/>
  <p:cmAuthor id="1066" name="372674247@qq.com" initials="3" lastIdx="0" clrIdx="1065"/>
  <p:cmAuthor id="1067" name="wanghongmei" initials="w" lastIdx="0" clrIdx="1066"/>
  <p:cmAuthor id="1068" name="lu tong" initials="l" lastIdx="0" clrIdx="1067"/>
  <p:cmAuthor id="1069" name="张清霞" initials="张" lastIdx="0" clrIdx="1068"/>
  <p:cmAuthor id="1070" name="yangshh" initials="y" lastIdx="0" clrIdx="1069"/>
  <p:cmAuthor id="1071" name="FtpDown" initials="" lastIdx="0" clrIdx="1070"/>
  <p:cmAuthor id="1072" name="lucky" initials="l" lastIdx="0" clrIdx="1071"/>
  <p:cmAuthor id="1073" name="Ryan" initials="R" lastIdx="0" clrIdx="1072"/>
  <p:cmAuthor id="1074" name="峰哥" initials="峰" lastIdx="0" clrIdx="1073"/>
  <p:cmAuthor id="1075" name="sunyi" initials="s" lastIdx="0" clrIdx="1074"/>
  <p:cmAuthor id="1076" name="A1832" initials="A" lastIdx="0" clrIdx="1075"/>
  <p:cmAuthor id="1077" name="wangsj0429" initials="w" lastIdx="0" clrIdx="1076"/>
  <p:cmAuthor id="1078" name="Wentao.Yan" initials="W" lastIdx="0" clrIdx="1077"/>
  <p:cmAuthor id="1079" name="liu jane" initials="l" lastIdx="0" clrIdx="1078"/>
  <p:cmAuthor id="1080" name="朱光耀" initials="朱" lastIdx="0" clrIdx="1079"/>
  <p:cmAuthor id="1081" name="王 平坚" initials="王" lastIdx="0" clrIdx="1080"/>
  <p:cmAuthor id="1082" name="鲁守吉" initials="鲁" lastIdx="0" clrIdx="1081"/>
  <p:cmAuthor id="1083" name="金海燕" initials="金" lastIdx="0" clrIdx="1082"/>
  <p:cmAuthor id="1084" name="SDTAGX008" initials="S" lastIdx="0" clrIdx="1083"/>
  <p:cmAuthor id="1085" name="Wang Sisi" initials="W" lastIdx="0" clrIdx="1084"/>
  <p:cmAuthor id="1086" name="asuse" initials="a" lastIdx="0" clrIdx="1085"/>
  <p:cmAuthor id="1087" name="卫天一" initials="卫" lastIdx="0" clrIdx="1086"/>
  <p:cmAuthor id="1088" name="樊星" initials="樊" lastIdx="0" clrIdx="1087"/>
  <p:cmAuthor id="1089" name="季玉洁" initials="季" lastIdx="0" clrIdx="1088"/>
  <p:cmAuthor id="1090" name="姓 汤旭铭" initials="姓" lastIdx="0" clrIdx="1089"/>
  <p:cmAuthor id="1091" name="Modle" initials="M" lastIdx="0" clrIdx="1090"/>
  <p:cmAuthor id="1092" name="dingenshi" initials="" lastIdx="0" clrIdx="1091"/>
  <p:cmAuthor id="1093" name="karen" initials="k" lastIdx="0" clrIdx="1092"/>
  <p:cmAuthor id="1094" name="刘昕宁" initials="lxn" lastIdx="0" clrIdx="1093"/>
  <p:cmAuthor id="1095" name="grace" initials="g" lastIdx="0" clrIdx="1094"/>
  <p:cmAuthor id="1096" name="刘思蜀" initials="刘" lastIdx="0" clrIdx="1095"/>
  <p:cmAuthor id="1097" name="tkqd" initials="t" lastIdx="0" clrIdx="1096"/>
  <p:cmAuthor id="1098" name="大勇哥" initials="大" lastIdx="0" clrIdx="1097"/>
  <p:cmAuthor id="1099" name="万 江波" initials="万" lastIdx="0" clrIdx="1098"/>
  <p:cmAuthor id="1100" name="wangcz2" initials="w" lastIdx="0" clrIdx="1099"/>
  <p:cmAuthor id="1101" name="l" initials="l" lastIdx="0" clrIdx="1100"/>
  <p:cmAuthor id="1102" name="liulan" initials="l" lastIdx="0" clrIdx="1101"/>
  <p:cmAuthor id="1103" name="MY" initials="M" lastIdx="0" clrIdx="1102"/>
  <p:cmAuthor id="1104" name="Tracy" initials="T" lastIdx="0" clrIdx="1103"/>
  <p:cmAuthor id="1105" name="郑雅欣---寿险总公司营销市场部" initials="郑" lastIdx="0" clrIdx="1104"/>
  <p:cmAuthor id="1106" name="QBOSSCHEN" initials="Q" lastIdx="0" clrIdx="1105"/>
  <p:cmAuthor id="1107" name="36396" initials="3" lastIdx="0" clrIdx="1106"/>
  <p:cmAuthor id="1108" name="李岩" initials="李" lastIdx="0" clrIdx="1107"/>
  <p:cmAuthor id="1109" name="morning" initials="m" lastIdx="0" clrIdx="1108"/>
  <p:cmAuthor id="1110" name="miao zhang" initials="m" lastIdx="0" clrIdx="1109"/>
  <p:cmAuthor id="1111" name="郭文侠" initials="郭" lastIdx="0" clrIdx="1110"/>
  <p:cmAuthor id="1112" name="阳 焦" initials="阳" lastIdx="0" clrIdx="1111"/>
  <p:cmAuthor id="1113" name="续晓婧" initials="续" lastIdx="0" clrIdx="1112"/>
  <p:cmAuthor id="1114" name="崔阳阳" initials="崔" lastIdx="0" clrIdx="1113"/>
  <p:cmAuthor id="1115" name="Lee Melo" initials="L" lastIdx="0" clrIdx="1114"/>
  <p:cmAuthor id="1116" name="运营" initials="运" lastIdx="0" clrIdx="1115"/>
  <p:cmAuthor id="1117" name="13954" initials="1" lastIdx="0" clrIdx="1116"/>
  <p:cmAuthor id="1118" name="徐晓丽" initials="徐" lastIdx="0" clrIdx="1117"/>
  <p:cmAuthor id="1119" name="星辰" initials="星" lastIdx="0" clrIdx="1118"/>
  <p:cmAuthor id="1120" name="戴方方" initials="戴" lastIdx="0" clrIdx="1119"/>
  <p:cmAuthor id="1121" name="陈 明东" initials="陈" lastIdx="0" clrIdx="1120"/>
  <p:cmAuthor id="1122" name="office user" initials="o" lastIdx="0" clrIdx="1121"/>
  <p:cmAuthor id="1123" name="office365" initials="o" lastIdx="0" clrIdx="1122"/>
  <p:cmAuthor id="1124" name="甄 建文" initials="甄" lastIdx="0" clrIdx="1123"/>
  <p:cmAuthor id="1125" name="章梦滢" initials="章" lastIdx="0" clrIdx="1124"/>
  <p:cmAuthor id="1126" name="57867" initials="5" lastIdx="0" clrIdx="1125"/>
  <p:cmAuthor id="1127" name="Chris French" initials="C" lastIdx="0" clrIdx="1126"/>
  <p:cmAuthor id="1128" name="Melissa" initials="M" lastIdx="0" clrIdx="1127"/>
  <p:cmAuthor id="1129" name="韦三省" initials="韦" lastIdx="0" clrIdx="1128"/>
  <p:cmAuthor id="1130" name="You Zhou" initials="Y" lastIdx="0" clrIdx="1129"/>
  <p:cmAuthor id="1131" name="Wayne Liu" initials="WL" lastIdx="0" clrIdx="1130"/>
  <p:cmAuthor id="1132" name="tian chuntao" initials="tc" lastIdx="0" clrIdx="1131"/>
  <p:cmAuthor id="1133" name="zhu yifan" initials="zy" lastIdx="0" clrIdx="1132"/>
  <p:cmAuthor id="1134" name="高露恬" initials="高" lastIdx="0" clrIdx="1133"/>
  <p:cmAuthor id="1135" name="Microsoft Office User" initials="MOU" lastIdx="0" clrIdx="1134"/>
  <p:cmAuthor id="1136" name="JIANG DY" initials="JD" lastIdx="0" clrIdx="1135"/>
  <p:cmAuthor id="1137" name="YANG Yaqin" initials="YY" lastIdx="0" clrIdx="1136"/>
  <p:cmAuthor id="1138" name="叶 俊锋" initials="叶" lastIdx="0" clrIdx="1137"/>
  <p:cmAuthor id="1139" name="YANGCHENG" initials="Y" lastIdx="0" clrIdx="1138"/>
  <p:cmAuthor id="1140" name="86138" initials="8" lastIdx="0" clrIdx="1139"/>
  <p:cmAuthor id="1141" name="周意意_QRbm2M3i" initials="authorId_707266302" lastIdx="0" clrIdx="1140"/>
  <p:cmAuthor id="1142" name="why" initials="w" lastIdx="0" clrIdx="1141"/>
  <p:cmAuthor id="1143" name="未知用户25" initials="未" lastIdx="0" clrIdx="1142"/>
  <p:cmAuthor id="1144" name="jk-an" initials="j" lastIdx="0" clrIdx="1143"/>
  <p:cmAuthor id="1145" name="wuyizhe" initials="w" lastIdx="0" clrIdx="1144"/>
  <p:cmAuthor id="1146" name="王佳" initials="王" lastIdx="0" clrIdx="1145"/>
  <p:cmAuthor id="1147" name="huangxiaowu" initials="h" lastIdx="0" clrIdx="1146"/>
  <p:cmAuthor id="1148" name="jing.xue" initials="j" lastIdx="0" clrIdx="1147"/>
  <p:cmAuthor id="1149" name="董苗苗" initials="董" lastIdx="0" clrIdx="1148"/>
  <p:cmAuthor id="1150" name="先生 叶" initials="先" lastIdx="0" clrIdx="1149"/>
  <p:cmAuthor id="1151" name="WPS_1610248745" initials="W" lastIdx="0" clrIdx="1150"/>
  <p:cmAuthor id="1152" name="方方" initials="方" lastIdx="0" clrIdx="1151"/>
  <p:cmAuthor id="1153" name="殷格非" initials="殷" lastIdx="0" clrIdx="1152"/>
  <p:cmAuthor id="1154" name="z r" initials="zr" lastIdx="0" clrIdx="1153"/>
  <p:cmAuthor id="1155" name="tuhh" initials="t" lastIdx="0" clrIdx="1154"/>
  <p:cmAuthor id="1156" name="章宝林|zhangbaolin" initials="章宝林" lastIdx="0" clrIdx="1155"/>
  <p:cmAuthor id="1157" name="回校" initials="回" lastIdx="0" clrIdx="1156"/>
  <p:cmAuthor id="1158" name="郑杨燚|zhengyangyi" initials="郑杨燚" lastIdx="0" clrIdx="1157"/>
  <p:cmAuthor id="1159" name="CHEN LONG" initials="C" lastIdx="0" clrIdx="1158"/>
  <p:cmAuthor id="1160" name="虞新颖_36fmV3QV" initials="authorId_321496044" lastIdx="0" clrIdx="1159"/>
  <p:cmAuthor id="1161" name="yangdi" initials="y" lastIdx="0" clrIdx="1160"/>
  <p:cmAuthor id="1162" name="caoyq0624" initials="c" lastIdx="0" clrIdx="1161"/>
  <p:cmAuthor id="1163" name="Q Q" initials="Q" lastIdx="0" clrIdx="1162"/>
  <p:cmAuthor id="1164" name="吴晓梅" initials="吴" lastIdx="0" clrIdx="1163"/>
  <p:cmAuthor id="1165" name="minty minty" initials="m" lastIdx="0" clrIdx="1164"/>
  <p:cmAuthor id="1166" name="刘盛潮" initials="刘" lastIdx="0" clrIdx="1165"/>
  <p:cmAuthor id="1167" name="李鹏飞" initials="李" lastIdx="0" clrIdx="1166"/>
  <p:cmAuthor id="1168" name="hee-lhb" initials="h" lastIdx="0" clrIdx="1167"/>
  <p:cmAuthor id="1169" name="未知用户89" initials="未" lastIdx="0" clrIdx="1168"/>
  <p:cmAuthor id="1170" name="未知用户87" initials="未" lastIdx="0" clrIdx="1169"/>
  <p:cmAuthor id="1171" name="xingxf" initials="x" lastIdx="0" clrIdx="1170"/>
  <p:cmAuthor id="1172" name="王 婧" initials="王" lastIdx="0" clrIdx="1171"/>
  <p:cmAuthor id="1173" name="龚平-lcq" initials="龚" lastIdx="0" clrIdx="1172"/>
  <p:cmAuthor id="1174" name="easonyoun" initials="e" lastIdx="0" clrIdx="1173"/>
  <p:cmAuthor id="1175" name="马妍" initials="马" lastIdx="0" clrIdx="1174"/>
  <p:cmAuthor id="1176" name="yanqiqi-lgd" initials="y" lastIdx="0" clrIdx="1175"/>
  <p:cmAuthor id="1177" name="李 惠" initials="李" lastIdx="0" clrIdx="1176"/>
  <p:cmAuthor id="1178" name="吴 育明" initials="吴" lastIdx="0" clrIdx="1177"/>
  <p:cmAuthor id="1179" name="Tracy Chen" initials="T" lastIdx="0" clrIdx="1178"/>
  <p:cmAuthor id="1180" name="未知用户40" initials="未" lastIdx="0" clrIdx="1179"/>
  <p:cmAuthor id="1181" name="未知用户38" initials="未" lastIdx="0" clrIdx="1180"/>
  <p:cmAuthor id="1182" name="19140" initials="1" lastIdx="0" clrIdx="1181"/>
  <p:cmAuthor id="1183" name="刘沐妍" initials="刘" lastIdx="0" clrIdx="1182"/>
  <p:cmAuthor id="1184" name="未知用户37" initials="未" lastIdx="0" clrIdx="1183"/>
  <p:cmAuthor id="1185" name="未知用户39" initials="未" lastIdx="0" clrIdx="1184"/>
  <p:cmAuthor id="1186" name="sunxp002" initials="s" lastIdx="0" clrIdx="1185"/>
  <p:cmAuthor id="1187" name="柳 先涛" initials="柳" lastIdx="0" clrIdx="1186"/>
  <p:cmAuthor id="1188" name="王怀璋" initials="王" lastIdx="0" clrIdx="1187"/>
  <p:cmAuthor id="1189" name="彭凯" initials="彭" lastIdx="0" clrIdx="1188"/>
  <p:cmAuthor id="1190" name="yuancc04" initials="y" lastIdx="0" clrIdx="1189"/>
  <p:cmAuthor id="1191" name="Wang, Cherry-J" initials="W" lastIdx="0" clrIdx="1190"/>
  <p:cmAuthor id="1192" name="万户网络" initials="万" lastIdx="0" clrIdx="1191"/>
  <p:cmAuthor id="1193" name="总公司培训部" initials="总" lastIdx="0" clrIdx="1192"/>
  <p:cmAuthor id="1194" name="levy" initials="l" lastIdx="0" clrIdx="1193"/>
  <p:cmAuthor id="1195" name="未知用户92" initials="未" lastIdx="0" clrIdx="1194"/>
  <p:cmAuthor id="1196" name="未知用户35" initials="未" lastIdx="0" clrIdx="1195"/>
  <p:cmAuthor id="1197" name="未知用户100" initials="未" lastIdx="0" clrIdx="1196"/>
  <p:cmAuthor id="1198" name="庞宝国" initials="庞" lastIdx="0" clrIdx="1197"/>
  <p:cmAuthor id="1199" name="杨姗" initials="杨" lastIdx="0" clrIdx="1198"/>
  <p:cmAuthor id="1200" name="jialuo" initials="j" lastIdx="0" clrIdx="1199"/>
  <p:cmAuthor id="1201" name="袁 玥挺" initials="袁" lastIdx="0" clrIdx="1200"/>
  <p:cmAuthor id="1202" name="未知用户12" initials="未" lastIdx="0" clrIdx="1201"/>
  <p:cmAuthor id="1203" name="49254" initials="4" lastIdx="0" clrIdx="1202"/>
  <p:cmAuthor id="1204" name="lgp" initials="l" lastIdx="0" clrIdx="1203"/>
  <p:cmAuthor id="1205" name="沛斯 钟" initials="沛" lastIdx="0" clrIdx="1204"/>
  <p:cmAuthor id="1206" name="547716734@qq.com" initials="5" lastIdx="0" clrIdx="1205"/>
  <p:cmAuthor id="1207" name="林 声洋" initials="林" lastIdx="0" clrIdx="1206"/>
  <p:cmAuthor id="1208" name="zhengzhong" initials="z" lastIdx="0" clrIdx="1207"/>
  <p:cmAuthor id="1209" name="谢学斌" initials="谢" lastIdx="0" clrIdx="1208"/>
  <p:cmAuthor id="1210" name="ProMedican" initials="P" lastIdx="0" clrIdx="1209"/>
  <p:cmAuthor id="1211" name="侯清英" initials="侯" lastIdx="0" clrIdx="1210"/>
  <p:cmAuthor id="1212" name="T DZ" initials="TD" lastIdx="0" clrIdx="1211"/>
  <p:cmAuthor id="1213" name="madan chen" initials="mc" lastIdx="0" clrIdx="1212"/>
  <p:cmAuthor id="1214" name="雷庭" initials="雷" lastIdx="0" clrIdx="1213"/>
  <p:cmAuthor id="1215" name="f n" initials="fn" lastIdx="0" clrIdx="1214"/>
  <p:cmAuthor id="1216" name="郭禹希" initials="郭" lastIdx="0" clrIdx="1215"/>
  <p:cmAuthor id="1217" name="未知用户52" initials="未" lastIdx="0" clrIdx="1216"/>
  <p:cmAuthor id="1218" name="未知用户85" initials="未" lastIdx="0" clrIdx="1217"/>
  <p:cmAuthor id="1219" name="Windows" initials="W" lastIdx="0" clrIdx="1218"/>
  <p:cmAuthor id="1220" name="松 李" initials="松" lastIdx="0" clrIdx="1219"/>
  <p:cmAuthor id="1221" name="郭书含" initials="郭" lastIdx="0" clrIdx="1220"/>
  <p:cmAuthor id="1222" name="sivaram" initials="s" lastIdx="0" clrIdx="1221"/>
  <p:cmAuthor id="1223" name="dingyuemei" initials="d" lastIdx="0" clrIdx="1222"/>
  <p:cmAuthor id="1224" name="孙赋聪" initials="孙" lastIdx="0" clrIdx="1223"/>
  <p:cmAuthor id="1225" name="Raffeal" initials="R" lastIdx="0" clrIdx="1224"/>
  <p:cmAuthor id="1226" name="薛继豪" initials="L" lastIdx="0" clrIdx="1225"/>
  <p:cmAuthor id="1227" name="柯 少鹏" initials="柯" lastIdx="0" clrIdx="1226"/>
  <p:cmAuthor id="1228" name="韩冰" initials="韩" lastIdx="0" clrIdx="1227"/>
  <p:cmAuthor id="1229" name="冯敏" initials="冯" lastIdx="0" clrIdx="1228"/>
  <p:cmAuthor id="1230" name="未知用户47" initials="未" lastIdx="0" clrIdx="1229"/>
  <p:cmAuthor id="1231" name="未知用户32" initials="未" lastIdx="0" clrIdx="1230"/>
  <p:cmAuthor id="1232" name="史璐瑶" initials="史" lastIdx="0" clrIdx="1231"/>
  <p:cmAuthor id="1233" name="he zhirui" initials="h" lastIdx="0" clrIdx="1232"/>
  <p:cmAuthor id="1234" name="黄楹" initials="黄楹" lastIdx="0" clrIdx="1233"/>
  <p:cmAuthor id="1235" name="邹 伟栋" initials="邹" lastIdx="0" clrIdx="1234"/>
  <p:cmAuthor id="1236" name="12 3" initials="13" lastIdx="0" clrIdx="1235"/>
  <p:cmAuthor id="1237" name="user" initials="u" lastIdx="0" clrIdx="1236"/>
  <p:cmAuthor id="1238" name="朱文娟" initials="朱" lastIdx="0" clrIdx="1237"/>
  <p:cmAuthor id="1239" name="王璐" initials="王" lastIdx="0" clrIdx="1238"/>
  <p:cmAuthor id="1240" name="做自己的女王" initials="做" lastIdx="0" clrIdx="1239"/>
  <p:cmAuthor id="1241" name="微信用户" initials="微" lastIdx="0" clrIdx="1240"/>
  <p:cmAuthor id="1242" name="Emma Zheng" initials="E" lastIdx="0" clrIdx="1241"/>
  <p:cmAuthor id="1243" name="WPS_1679281038" initials="W" lastIdx="0" clrIdx="1242"/>
  <p:cmAuthor id="1244" name="蘑菇" initials="蘑" lastIdx="0" clrIdx="1243"/>
  <p:cmAuthor id="1245" name="未知的使用者153" initials="未" lastIdx="0" clrIdx="1244"/>
  <p:cmAuthor id="1246" name="未知的使用者251" initials="未" lastIdx="0" clrIdx="1245"/>
  <p:cmAuthor id="1247" name="未知的使用者253" initials="未" lastIdx="0" clrIdx="1246"/>
  <p:cmAuthor id="1248" name="未知的使用者255" initials="未" lastIdx="0" clrIdx="1247"/>
  <p:cmAuthor id="1249" name="未知的使用者226" initials="未" lastIdx="0" clrIdx="1248"/>
  <p:cmAuthor id="1250" name="Lenovo" initials="" lastIdx="0" clrIdx="1249"/>
  <p:cmAuthor id="1251" name="张智宇" initials="张" lastIdx="0" clrIdx="1250"/>
  <p:cmAuthor id="1252" name="熊皓" initials="熊" lastIdx="0" clrIdx="1251"/>
  <p:cmAuthor id="1253" name="李婷婷" initials="李" lastIdx="0" clrIdx="1252"/>
  <p:cmAuthor id="1254" name="廖可人" initials="廖" lastIdx="0" clrIdx="1253"/>
  <p:cmAuthor id="1255" name="he wen" initials="hw" lastIdx="0" clrIdx="1254"/>
  <p:cmAuthor id="1256" name="衬衫" initials="衬" lastIdx="0" clrIdx="1255"/>
  <p:cmAuthor id="1257" name="历先生" initials="历" lastIdx="0" clrIdx="1256"/>
  <p:cmAuthor id="1258" name="浩然 郑" initials="浩郑" lastIdx="0" clrIdx="1257"/>
  <p:cmAuthor id="1259" name="Sandra" initials="S" lastIdx="0" clrIdx="1258"/>
  <p:cmAuthor id="1260" name="Wu, Yue" initials="WY" lastIdx="0" clrIdx="1259"/>
  <p:cmAuthor id="1261" name="ming qiu" initials="m" lastIdx="0" clrIdx="1260"/>
  <p:cmAuthor id="1262" name="1206988966@qq.com" initials="1" lastIdx="0" clrIdx="1261"/>
  <p:cmAuthor id="1263" name="fan bin" initials="f" lastIdx="0" clrIdx="1262"/>
  <p:cmAuthor id="1264" name="Harold" initials="H" lastIdx="0" clrIdx="1263"/>
  <p:cmAuthor id="1265" name="赵 玉冬" initials="赵" lastIdx="0" clrIdx="1264"/>
  <p:cmAuthor id="1266" name="罗 冬春" initials="罗" lastIdx="0" clrIdx="1265"/>
  <p:cmAuthor id="1267" name="face  cat" initials="f" lastIdx="0" clrIdx="1266"/>
  <p:cmAuthor id="1268" name="项丰/gy113398B67" initials="项丰/gy113398B67" lastIdx="0" clrIdx="1267"/>
  <p:cmAuthor id="1269" name="gawei" initials="g" lastIdx="0" clrIdx="1268"/>
  <p:cmAuthor id="1270" name="zhuxl" initials="z" lastIdx="0" clrIdx="1269"/>
  <p:cmAuthor id="1271" name="邓锐/成研测试部/研发中心/总行机关/ABC" initials="邓" lastIdx="0" clrIdx="1270"/>
  <p:cmAuthor id="1272" name="sujingbo" initials="s" lastIdx="0" clrIdx="1271"/>
  <p:cmAuthor id="1273" name="jianwu" initials="j" lastIdx="0" clrIdx="1272"/>
  <p:cmAuthor id="1274" name="王健" initials="王" lastIdx="0" clrIdx="1273"/>
  <p:cmAuthor id="1275" name="40306" initials="4" lastIdx="0" clrIdx="1274"/>
  <p:cmAuthor id="1276" name="Mia Vida Villanueva" initials="M" lastIdx="0" clrIdx="1275"/>
  <p:cmAuthor id="1277" name="不明使用者11" initials="不" lastIdx="0" clrIdx="1276"/>
  <p:cmAuthor id="1278" name="未知的使用者257" initials="未" lastIdx="0" clrIdx="1277"/>
  <p:cmAuthor id="1279" name="未知的使用者240" initials="未" lastIdx="0" clrIdx="1278"/>
  <p:cmAuthor id="1280" name="未知的使用者242" initials="未" lastIdx="0" clrIdx="1279"/>
  <p:cmAuthor id="1281" name="未知的使用者152" initials="未" lastIdx="0" clrIdx="1280"/>
  <p:cmAuthor id="1282" name="未知的使用者132" initials="未" lastIdx="0" clrIdx="1281"/>
  <p:cmAuthor id="1283" name="未知的使用者107" initials="未" lastIdx="0" clrIdx="1282"/>
  <p:cmAuthor id="1284" name="未知的使用者49" initials="" lastIdx="0" clrIdx="1283"/>
  <p:cmAuthor id="1285" name="未知用户82" initials="未" lastIdx="0" clrIdx="1284"/>
  <p:cmAuthor id="1286" name="core" initials="c" lastIdx="0" clrIdx="1285"/>
  <p:cmAuthor id="1287" name="lianghb" initials="l" lastIdx="0" clrIdx="1286"/>
  <p:cmAuthor id="1288" name="未知的使用者145" initials="未" lastIdx="0" clrIdx="1287"/>
  <p:cmAuthor id="1289" name="yueliang" initials="y" lastIdx="0" clrIdx="1288"/>
  <p:cmAuthor id="1290" name="Lyon" initials="L" lastIdx="0" clrIdx="1289"/>
  <p:cmAuthor id="1291" name="User" initials="U" lastIdx="0" clrIdx="1290"/>
  <p:cmAuthor id="1292" name="Pactera" initials="P" lastIdx="0" clrIdx="1291"/>
  <p:cmAuthor id="1293" name="黎铁军" initials="黎" lastIdx="0" clrIdx="1292"/>
  <p:cmAuthor id="1294" name="fun4ken" initials="f" lastIdx="0" clrIdx="1293"/>
  <p:cmAuthor id="1295" name="hanqingchun" initials="h" lastIdx="0" clrIdx="1294"/>
  <p:cmAuthor id="1296" name="00006891" initials="0" lastIdx="0" clrIdx="1295"/>
  <p:cmAuthor id="1297" name="yxw" initials="y" lastIdx="0" clrIdx="1296"/>
  <p:cmAuthor id="1298" name="cec-zhengsp" initials="c" lastIdx="0" clrIdx="1297"/>
  <p:cmAuthor id="1299" name="10118178" initials="1" lastIdx="0" clrIdx="1298"/>
  <p:cmAuthor id="1300" name="zhouwd" initials="z" lastIdx="0" clrIdx="1299"/>
  <p:cmAuthor id="1301" name="马云飞10014438" initials="马" lastIdx="0" clrIdx="1300"/>
  <p:cmAuthor id="1302" name="John" initials="J" lastIdx="0" clrIdx="1301"/>
  <p:cmAuthor id="1303" name="10025093" initials="1" lastIdx="0" clrIdx="1302"/>
  <p:cmAuthor id="1304" name="10078380" initials="1" lastIdx="0" clrIdx="1303"/>
  <p:cmAuthor id="1305" name="00035181" initials="0" lastIdx="0" clrIdx="1304"/>
  <p:cmAuthor id="1306" name="张燕" initials="张" lastIdx="0" clrIdx="1305"/>
  <p:cmAuthor id="1307" name="10066351" initials="1" lastIdx="0" clrIdx="1306"/>
  <p:cmAuthor id="1308" name="未知用户2" initials="未" lastIdx="0" clrIdx="1307"/>
  <p:cmAuthor id="1309" name="hj" initials="h" lastIdx="0" clrIdx="1308"/>
  <p:cmAuthor id="1310" name="IKKI" initials="I" lastIdx="0" clrIdx="1309"/>
  <p:cmAuthor id="1311" name="easytosay@163.com" initials="e" lastIdx="0" clrIdx="1310"/>
  <p:cmAuthor id="1312" name="飞 阳" initials="飞" lastIdx="0" clrIdx="1311"/>
  <p:cmAuthor id="1313" name="孟屾" initials="孟屾" lastIdx="0" clrIdx="1312"/>
  <p:cmAuthor id="1314" name="嘻嘻" initials="嘻" lastIdx="0" clrIdx="1313"/>
  <p:cmAuthor id="1315" name="Harry xu" initials="" lastIdx="0" clrIdx="1314"/>
  <p:cmAuthor id="1316" name="lys" initials="l" lastIdx="0" clrIdx="1315"/>
  <p:cmAuthor id="1317" name="123" initials="1" lastIdx="0" clrIdx="1316"/>
  <p:cmAuthor id="1318" name="alpha" initials="a" lastIdx="0" clrIdx="1317"/>
  <p:cmAuthor id="1319" name="Jing,Zhao" initials="J" lastIdx="0" clrIdx="1318"/>
  <p:cmAuthor id="1320" name="HCI" initials="HCI" lastIdx="0" clrIdx="1319"/>
  <p:cmAuthor id="1321" name="未知的使用者161" initials="未" lastIdx="0" clrIdx="1320"/>
  <p:cmAuthor id="1322" name="未知的使用者140" initials="未" lastIdx="0" clrIdx="1321"/>
  <p:cmAuthor id="1323" name="Unknown User22" initials="U" lastIdx="0" clrIdx="1322"/>
  <p:cmAuthor id="1324" name="未知的使用者197" initials="未" lastIdx="0" clrIdx="1323"/>
  <p:cmAuthor id="1325" name="Unknown User23" initials="U" lastIdx="0" clrIdx="1324"/>
  <p:cmAuthor id="1326" name="王丽君" initials="王" lastIdx="0" clrIdx="1325"/>
  <p:cmAuthor id="1327" name="未知的使用者75" initials="未" lastIdx="0" clrIdx="1326"/>
  <p:cmAuthor id="1328" name="Xia Ting" initials="X" lastIdx="0" clrIdx="1327"/>
  <p:cmAuthor id="1329" name="未知的使用者77" initials="未" lastIdx="0" clrIdx="1328"/>
  <p:cmAuthor id="1330" name="DELL" initials="D" lastIdx="0" clrIdx="1329"/>
  <p:cmAuthor id="1331" name="未知的使用者78" initials="未" lastIdx="0" clrIdx="1330"/>
  <p:cmAuthor id="1332" name="未知的使用者79" initials="未" lastIdx="0" clrIdx="1331"/>
  <p:cmAuthor id="1333" name="未知的使用者80" initials="未" lastIdx="0" clrIdx="1332"/>
  <p:cmAuthor id="1334" name="未知的使用者154" initials="未" lastIdx="0" clrIdx="1333"/>
  <p:cmAuthor id="1335" name="未知的使用者82" initials="未" lastIdx="0" clrIdx="1334"/>
  <p:cmAuthor id="1336" name="Devin.J" initials="D" lastIdx="0" clrIdx="1335"/>
  <p:cmAuthor id="1337" name="未知的使用者83" initials="未" lastIdx="0" clrIdx="1336"/>
  <p:cmAuthor id="1338" name="未知的使用者84" initials="未" lastIdx="0" clrIdx="1337"/>
  <p:cmAuthor id="1339" name="未知的使用者151" initials="未" lastIdx="0" clrIdx="1338"/>
  <p:cmAuthor id="1340" name="未知的使用者85" initials="未" lastIdx="0" clrIdx="1339"/>
  <p:cmAuthor id="1341" name="未知的使用者87" initials="未" lastIdx="0" clrIdx="1340"/>
  <p:cmAuthor id="1342" name="未知的使用者89" initials="未" lastIdx="0" clrIdx="1341"/>
  <p:cmAuthor id="1343" name="未知的使用者90" initials="未" lastIdx="0" clrIdx="1342"/>
  <p:cmAuthor id="1344" name="未知的使用者91" initials="未" lastIdx="0" clrIdx="1343"/>
  <p:cmAuthor id="1345" name="未知的使用者88" initials="未" lastIdx="0" clrIdx="1344"/>
  <p:cmAuthor id="1346" name="CHRISYU" initials="C" lastIdx="0" clrIdx="1345"/>
  <p:cmAuthor id="1347" name="liucunri" initials="l" lastIdx="0" clrIdx="1346"/>
  <p:cmAuthor id="1348" name="未知用户63" initials="未知用户63" lastIdx="0" clrIdx="1347"/>
  <p:cmAuthor id="1349" name="庆芳 许" initials="庆" lastIdx="0" clrIdx="1348"/>
  <p:cmAuthor id="1350" name="未知的使用者102" initials="未" lastIdx="0" clrIdx="1349"/>
  <p:cmAuthor id="1351" name="Lingjing Zheng (IB)" initials="L" lastIdx="0" clrIdx="1350"/>
  <p:cmAuthor id="1352" name="未知的使用者61" initials="未" lastIdx="0" clrIdx="1351"/>
  <p:cmAuthor id="1353" name="jerrychou" initials="j" lastIdx="0" clrIdx="1352"/>
  <p:cmAuthor id="1354" name="未知用户112" initials="未知用户112" lastIdx="0" clrIdx="1353"/>
  <p:cmAuthor id="1355" name="未知的使用者183" initials="未" lastIdx="0" clrIdx="1354"/>
  <p:cmAuthor id="1356" name="不明使用者12" initials="不" lastIdx="0" clrIdx="1355"/>
  <p:cmAuthor id="1357" name="未知用户9" initials="未知用户9" lastIdx="0" clrIdx="1356"/>
  <p:cmAuthor id="1358" name="不明使用者1" initials="不" lastIdx="0" clrIdx="1357"/>
  <p:cmAuthor id="1359" name="針對所選的門市進行小範圍實驗，捕捉驅動績效的關鍵影響因子" initials="針" lastIdx="0" clrIdx="1358"/>
  <p:cmAuthor id="1360" name="James" initials="J" lastIdx="0" clrIdx="1359"/>
  <p:cmAuthor id="1361" name="不明使用者2" initials="不" lastIdx="0" clrIdx="1360"/>
  <p:cmAuthor id="1362" name="未知的使用者114" initials="未" lastIdx="0" clrIdx="1361"/>
  <p:cmAuthor id="1363" name="不明使用者3" initials="不" lastIdx="0" clrIdx="1362"/>
  <p:cmAuthor id="1364" name="未知的使用者184" initials="未" lastIdx="0" clrIdx="1363"/>
  <p:cmAuthor id="1365" name="未知的使用者185" initials="未" lastIdx="0" clrIdx="1364"/>
  <p:cmAuthor id="1366" name="不明使用者4" initials="不" lastIdx="0" clrIdx="1365"/>
  <p:cmAuthor id="1367" name="未知的使用者186" initials="未" lastIdx="0" clrIdx="1366"/>
  <p:cmAuthor id="1368" name="未知的使用者175" initials="未" lastIdx="0" clrIdx="1367"/>
  <p:cmAuthor id="1369" name="不明使用者6" initials="不" lastIdx="0" clrIdx="1368"/>
  <p:cmAuthor id="1370" name="未知的使用者176" initials="未" lastIdx="0" clrIdx="1369"/>
  <p:cmAuthor id="1371" name="未知用户15" initials="未" lastIdx="0" clrIdx="1370"/>
  <p:cmAuthor id="1372" name="未知的使用者187" initials="未" lastIdx="0" clrIdx="1371"/>
  <p:cmAuthor id="1373" name="未知的使用者178" initials="未" lastIdx="0" clrIdx="1372"/>
  <p:cmAuthor id="1374" name="未知的使用者179" initials="未" lastIdx="0" clrIdx="1373"/>
  <p:cmAuthor id="1375" name="不明使用者7" initials="不" lastIdx="0" clrIdx="1374"/>
  <p:cmAuthor id="1376" name="未知的使用者180" initials="未" lastIdx="0" clrIdx="1375"/>
  <p:cmAuthor id="1377" name="Han Jiang" initials="H" lastIdx="0" clrIdx="1376"/>
  <p:cmAuthor id="1378" name="未知的使用者181" initials="未" lastIdx="0" clrIdx="1377"/>
  <p:cmAuthor id="1379" name="不明使用者8" initials="不" lastIdx="0" clrIdx="1378"/>
  <p:cmAuthor id="1380" name="未知的使用者170" initials="未" lastIdx="0" clrIdx="1379"/>
  <p:cmAuthor id="1381" name="未知的使用者190" initials="未" lastIdx="0" clrIdx="1380"/>
  <p:cmAuthor id="1382" name="不明使用者9" initials="不" lastIdx="0" clrIdx="1381"/>
  <p:cmAuthor id="1383" name="未知的使用者191" initials="未" lastIdx="0" clrIdx="1382"/>
  <p:cmAuthor id="1384" name="Guangxu Piao" initials="G" lastIdx="0" clrIdx="1383"/>
  <p:cmAuthor id="1385" name="未知的使用者141" initials="未" lastIdx="0" clrIdx="1384"/>
  <p:cmAuthor id="1386" name="不明使用者10" initials="不" lastIdx="0" clrIdx="1385"/>
  <p:cmAuthor id="1387" name="ts" initials="t" lastIdx="0" clrIdx="1386"/>
  <p:cmAuthor id="1388" name="未知的使用者142" initials="未" lastIdx="0" clrIdx="1387"/>
  <p:cmAuthor id="1389" name="赵成文" initials="赵" lastIdx="0" clrIdx="1388"/>
  <p:cmAuthor id="1390" name="未知的使用者143" initials="未" lastIdx="0" clrIdx="1389"/>
  <p:cmAuthor id="1391" name="未知的使用者228" initials="未" lastIdx="0" clrIdx="1390"/>
  <p:cmAuthor id="1392" name="未知的使用者144" initials="未" lastIdx="0" clrIdx="1391"/>
  <p:cmAuthor id="1393" name="未知用户13" initials="未" lastIdx="0" clrIdx="1392"/>
  <p:cmAuthor id="1394" name="未知的使用者229" initials="未" lastIdx="0" clrIdx="1393"/>
  <p:cmAuthor id="1395" name="董丽" initials="董" lastIdx="0" clrIdx="1394"/>
  <p:cmAuthor id="1396" name="未知的使用者147" initials="未" lastIdx="0" clrIdx="1395"/>
  <p:cmAuthor id="1397" name="未知的使用者230" initials="未" lastIdx="0" clrIdx="1396"/>
  <p:cmAuthor id="1398" name="未知的使用者149" initials="未" lastIdx="0" clrIdx="1397"/>
  <p:cmAuthor id="1399" name="未知的使用者231" initials="未" lastIdx="0" clrIdx="1398"/>
  <p:cmAuthor id="1400" name="Andrzej Kardys" initials="A" lastIdx="0" clrIdx="1399"/>
  <p:cmAuthor id="1401" name="babyp" initials="b" lastIdx="0" clrIdx="1400"/>
  <p:cmAuthor id="1402" name="未知的使用者233" initials="未" lastIdx="0" clrIdx="1401"/>
  <p:cmAuthor id="1403" name="未知的使用者220" initials="未" lastIdx="0" clrIdx="1402"/>
  <p:cmAuthor id="1404" name="xm" initials="x" lastIdx="0" clrIdx="1403"/>
  <p:cmAuthor id="1405" name="未知的使用者234" initials="未" lastIdx="0" clrIdx="1404"/>
  <p:cmAuthor id="1406" name="Lintian" initials="L" lastIdx="0" clrIdx="1405"/>
  <p:cmAuthor id="1407" name="未知的使用者235" initials="未" lastIdx="0" clrIdx="1406"/>
  <p:cmAuthor id="1408" name="未知的使用者157" initials="未" lastIdx="0" clrIdx="1407"/>
  <p:cmAuthor id="1409" name="THTF" initials="T" lastIdx="0" clrIdx="1408"/>
  <p:cmAuthor id="1410" name="未知的使用者204" initials="未" lastIdx="0" clrIdx="1409"/>
  <p:cmAuthor id="1411" name="未知的使用者236" initials="未" lastIdx="0" clrIdx="1410"/>
  <p:cmAuthor id="1412" name="Yoyo Wu" initials="Y" lastIdx="0" clrIdx="1411"/>
  <p:cmAuthor id="1413" name="仝德志" initials="仝" lastIdx="0" clrIdx="1412"/>
  <p:cmAuthor id="1414" name="zhangbin" initials="z" lastIdx="0" clrIdx="1413"/>
  <p:cmAuthor id="1415" name="Arno.Du(杜明星)" initials="A" lastIdx="0" clrIdx="1414"/>
  <p:cmAuthor id="1416" name="tang qian" initials="t" lastIdx="0" clrIdx="1415"/>
  <p:cmAuthor id="1417" name="未知的使用者237" initials="未" lastIdx="0" clrIdx="1416"/>
  <p:cmAuthor id="1418" name="陈喆" initials="陈" lastIdx="0" clrIdx="1417"/>
  <p:cmAuthor id="1419" name="Unknown User27" initials="U" lastIdx="0" clrIdx="1418"/>
  <p:cmAuthor id="1420" name="Unknown User11" initials="U" lastIdx="0" clrIdx="1419"/>
  <p:cmAuthor id="1421" name="ccb" initials="c" lastIdx="0" clrIdx="1420"/>
  <p:cmAuthor id="1422" name="Unknown User112" initials="U" lastIdx="0" clrIdx="1421"/>
  <p:cmAuthor id="1423" name="未知的使用者239" initials="未" lastIdx="0" clrIdx="1422"/>
  <p:cmAuthor id="1424" name="Unknown User59" initials="U" lastIdx="0" clrIdx="1423"/>
  <p:cmAuthor id="1425" name="未知的使用者249" initials="未" lastIdx="0" clrIdx="1424"/>
  <p:cmAuthor id="1426" name="未知的使用者250" initials="未" lastIdx="0" clrIdx="1425"/>
  <p:cmAuthor id="1427" name="未知的使用者241" initials="未" lastIdx="0" clrIdx="1426"/>
  <p:cmAuthor id="1428" name="bob kang" initials="b" lastIdx="0" clrIdx="1427"/>
  <p:cmAuthor id="1429" name="未知的使用者246" initials="未" lastIdx="0" clrIdx="1428"/>
  <p:cmAuthor id="1430" name="未知的使用者224" initials="未" lastIdx="0" clrIdx="1429"/>
  <p:cmAuthor id="1431" name="Tseng, Melanie" initials="T" lastIdx="0" clrIdx="1430"/>
  <p:cmAuthor id="1432" name="未知的使用者252" initials="未" lastIdx="0" clrIdx="1431"/>
  <p:cmAuthor id="1433" name="未知的使用者243" initials="未" lastIdx="0" clrIdx="1432"/>
  <p:cmAuthor id="1434" name="彭浩" initials="彭" lastIdx="0" clrIdx="1433"/>
  <p:cmAuthor id="1435" name="未知的使用者254" initials="未" lastIdx="0" clrIdx="1434"/>
  <p:cmAuthor id="1436" name="zyrstz" initials="z" lastIdx="0" clrIdx="1435"/>
  <p:cmAuthor id="1437" name="未知的使用者259" initials="未" lastIdx="0" clrIdx="1436"/>
  <p:cmAuthor id="1438" name="庞尔慧" initials="庞" lastIdx="0" clrIdx="1437"/>
  <p:cmAuthor id="1439" name="raymond luan" initials="r" lastIdx="0" clrIdx="1438"/>
  <p:cmAuthor id="1440" name="XMY" initials="X" lastIdx="0" clrIdx="1439"/>
  <p:cmAuthor id="1441" name="Evonlin" initials="E" lastIdx="0" clrIdx="1440"/>
  <p:cmAuthor id="1442" name="WANGZF" initials="W" lastIdx="0" clrIdx="1441"/>
  <p:cmAuthor id="1443" name="未知的使用者188" initials="未" lastIdx="0" clrIdx="1442"/>
  <p:cmAuthor id="1444" name="Qiuxia Zhu" initials="Q" lastIdx="0" clrIdx="1443"/>
  <p:cmAuthor id="1445" name="未知的使用者266" initials="未" lastIdx="0" clrIdx="1444"/>
  <p:cmAuthor id="1446" name="梅芬 吳" initials="梅" lastIdx="0" clrIdx="1445"/>
  <p:cmAuthor id="1447" name="Unknown User48" initials="U" lastIdx="0" clrIdx="1446"/>
  <p:cmAuthor id="1448" name="未知的使用者268" initials="未" lastIdx="0" clrIdx="1447"/>
  <p:cmAuthor id="1449" name="Unknown User52" initials="U" lastIdx="0" clrIdx="1448"/>
  <p:cmAuthor id="1450" name="Unknown User50" initials="U" lastIdx="0" clrIdx="1449"/>
  <p:cmAuthor id="1451" name="未知的使用者269" initials="未" lastIdx="0" clrIdx="1450"/>
  <p:cmAuthor id="1452" name="未知的使用者134" initials="未" lastIdx="0" clrIdx="1451"/>
  <p:cmAuthor id="1453" name="未知的使用者136" initials="未" lastIdx="0" clrIdx="1452"/>
  <p:cmAuthor id="1454" name="lillian" initials="l" lastIdx="0" clrIdx="1453"/>
  <p:cmAuthor id="1455" name="未知的使用者139" initials="未" lastIdx="0" clrIdx="1454"/>
  <p:cmAuthor id="1456" name="未知的使用者217" initials="未" lastIdx="0" clrIdx="1455"/>
  <p:cmAuthor id="1457" name="未知的使用者218" initials="未" lastIdx="0" clrIdx="1456"/>
  <p:cmAuthor id="1458" name="未知的使用者219" initials="未" lastIdx="0" clrIdx="1457"/>
  <p:cmAuthor id="1459" name="未知的使用者156" initials="未" lastIdx="0" clrIdx="1458"/>
  <p:cmAuthor id="1460" name="未知的使用者130" initials="未" lastIdx="0" clrIdx="1459"/>
  <p:cmAuthor id="1461" name="姜珊" initials="姜" lastIdx="0" clrIdx="1460"/>
  <p:cmAuthor id="1462" name="未知的使用者164" initials="未" lastIdx="0" clrIdx="1461"/>
  <p:cmAuthor id="1463" name="未知的使用者172" initials="未" lastIdx="0" clrIdx="1462"/>
  <p:cmAuthor id="1464" name="未知的使用者174" initials="未" lastIdx="0" clrIdx="1463"/>
  <p:cmAuthor id="1465" name="未知的使用者247" initials="未" lastIdx="0" clrIdx="1464"/>
  <p:cmAuthor id="1466" name="未知的使用者45" initials="" lastIdx="0" clrIdx="1465"/>
  <p:cmAuthor id="1467" name="y gxz" initials="yg" lastIdx="0" clrIdx="1466"/>
  <p:cmAuthor id="1468" name="刘翠翠" initials="刘" lastIdx="0" clrIdx="1467"/>
  <p:cmAuthor id="1469" name="王 霄" initials="王" lastIdx="0" clrIdx="1468"/>
  <p:cmAuthor id="1470" name="LeeElva" initials="" lastIdx="0" clrIdx="1469"/>
  <p:cmAuthor id="1471" name="未知的使用者34" initials="" lastIdx="0" clrIdx="1470"/>
  <p:cmAuthor id="1472" name="Emilie Q" initials="E" lastIdx="0" clrIdx="1471"/>
  <p:cmAuthor id="1473" name="未知的使用者115" initials="" lastIdx="0" clrIdx="1472"/>
  <p:cmAuthor id="1474" name="Deanna Schuler (Bookey Consulting)" initials="" lastIdx="0" clrIdx="1473"/>
  <p:cmAuthor id="1475" name="未知的使用者57" initials="" lastIdx="0" clrIdx="1474"/>
  <p:cmAuthor id="1476" name="未知的使用者16" initials="" lastIdx="0" clrIdx="1475"/>
  <p:cmAuthor id="1477" name="未知的使用者35" initials="" lastIdx="0" clrIdx="1476"/>
  <p:cmAuthor id="1478" name="未知用户102" initials="" lastIdx="0" clrIdx="1477"/>
  <p:cmAuthor id="1479" name="maxine" initials="" lastIdx="0" clrIdx="1478"/>
  <p:cmAuthor id="1480" name="未知的使用者121" initials="" lastIdx="0" clrIdx="1479"/>
  <p:cmAuthor id="1481" name="未知的使用者12" initials="" lastIdx="0" clrIdx="1480"/>
  <p:cmAuthor id="1482" name="周元元" initials="" lastIdx="0" clrIdx="1481"/>
  <p:cmAuthor id="1483" name="未知的使用者27" initials="" lastIdx="0" clrIdx="1482"/>
  <p:cmAuthor id="1484" name="未知的使用者30" initials="" lastIdx="0" clrIdx="1483"/>
  <p:cmAuthor id="1485" name="未知的使用者53" initials="" lastIdx="0" clrIdx="1484"/>
  <p:cmAuthor id="1486" name="未知的使用者25" initials="" lastIdx="0" clrIdx="1485"/>
  <p:cmAuthor id="1487" name="liupeng" initials="" lastIdx="0" clrIdx="1486"/>
  <p:cmAuthor id="1488" name="未知用户24" initials="" lastIdx="0" clrIdx="1487"/>
  <p:cmAuthor id="1489" name="hl sun" initials="" lastIdx="0" clrIdx="1488"/>
  <p:cmAuthor id="1490" name="未知的使用者94" initials="" lastIdx="0" clrIdx="1489"/>
  <p:cmAuthor id="1491" name="未知用户66" initials="" lastIdx="0" clrIdx="1490"/>
  <p:cmAuthor id="1492" name="周宏達JerryChou" initials="" lastIdx="0" clrIdx="1491"/>
  <p:cmAuthor id="1493" name="未知的使用者56" initials="" lastIdx="0" clrIdx="1492"/>
  <p:cmAuthor id="1494" name="未知的使用者119" initials="" lastIdx="0" clrIdx="1493"/>
  <p:cmAuthor id="1495" name="未知的使用者22" initials="" lastIdx="0" clrIdx="1494"/>
  <p:cmAuthor id="1496" name="順天" initials="順" lastIdx="0" clrIdx="1495"/>
  <p:cmAuthor id="1497" name="未知的使用者103" initials="" lastIdx="0" clrIdx="1496"/>
  <p:cmAuthor id="1498" name="Wenwen" initials="" lastIdx="0" clrIdx="1497"/>
  <p:cmAuthor id="1499" name="未知的使用者117" initials="" lastIdx="0" clrIdx="1498"/>
  <p:cmAuthor id="1500" name="未知的使用者33" initials="" lastIdx="0" clrIdx="1499"/>
  <p:cmAuthor id="1501" name="未知的使用者28" initials="" lastIdx="0" clrIdx="1500"/>
  <p:cmAuthor id="1502" name="未知用户67" initials="" lastIdx="0" clrIdx="1501"/>
  <p:cmAuthor id="1503" name="未知用户18" initials="" lastIdx="0" clrIdx="1502"/>
  <p:cmAuthor id="1504" name="未知的使用者67" initials="" lastIdx="0" clrIdx="1503"/>
  <p:cmAuthor id="1505" name="未知的使用者46" initials="" lastIdx="0" clrIdx="1504"/>
  <p:cmAuthor id="1506" name="未知的使用者26" initials="" lastIdx="0" clrIdx="1505"/>
  <p:cmAuthor id="1507" name="未知的使用者43" initials="" lastIdx="0" clrIdx="1506"/>
  <p:cmAuthor id="1508" name="未知的使用者9" initials="" lastIdx="0" clrIdx="1507"/>
  <p:cmAuthor id="1509" name="未知用户62" initials="" lastIdx="0" clrIdx="1508"/>
  <p:cmAuthor id="1510" name="yuanzh" initials="" lastIdx="0" clrIdx="1509"/>
  <p:cmAuthor id="1511" name="不明使用者57" initials="" lastIdx="0" clrIdx="1510"/>
  <p:cmAuthor id="1512" name="未知的使用者110" initials="" lastIdx="0" clrIdx="1511"/>
  <p:cmAuthor id="1513" name="linyd" initials="" lastIdx="0" clrIdx="1512"/>
  <p:cmAuthor id="1514" name="guanhh" initials="g" lastIdx="0" clrIdx="1513"/>
  <p:cmAuthor id="1515" name="未知的使用者31" initials="" lastIdx="0" clrIdx="1514"/>
  <p:cmAuthor id="1516" name="未知用户81" initials="" lastIdx="0" clrIdx="1515"/>
  <p:cmAuthor id="1517" name="未知的使用者68" initials="" lastIdx="0" clrIdx="1516"/>
  <p:cmAuthor id="1518" name="mm" initials="" lastIdx="0" clrIdx="1517"/>
  <p:cmAuthor id="1519" name="朱晓瑜" initials="" lastIdx="0" clrIdx="1518"/>
  <p:cmAuthor id="1520" name="不明使用者20" initials="" lastIdx="0" clrIdx="1519"/>
  <p:cmAuthor id="1521" name="未知的使用者7" initials="" lastIdx="0" clrIdx="1520"/>
  <p:cmAuthor id="1522" name="未知的使用者55" initials="" lastIdx="0" clrIdx="1521"/>
  <p:cmAuthor id="1523" name="未知的使用者111" initials="" lastIdx="0" clrIdx="1522"/>
  <p:cmAuthor id="1524" name="未知的使用者50" initials="" lastIdx="0" clrIdx="1523"/>
  <p:cmAuthor id="1525" name="未知的使用者11" initials="" lastIdx="0" clrIdx="1524"/>
  <p:cmAuthor id="1526" name="未知的使用者150" initials="未" lastIdx="0" clrIdx="1525"/>
  <p:cmAuthor id="1527" name="未知的使用者69" initials="" lastIdx="0" clrIdx="1526"/>
  <p:cmAuthor id="1528" name="未知的使用者112" initials="" lastIdx="0" clrIdx="1527"/>
  <p:cmAuthor id="1529" name="jiansheng li" initials="j" lastIdx="0" clrIdx="1528"/>
  <p:cmAuthor id="1530" name="yudi lin" initials="y" lastIdx="0" clrIdx="1529"/>
  <p:cmAuthor id="1531" name="Kevin Hu" initials="" lastIdx="0" clrIdx="1530"/>
  <p:cmAuthor id="1532" name="未知的使用者38" initials="" lastIdx="0" clrIdx="1531"/>
  <p:cmAuthor id="1533" name="liuzga" initials="l" lastIdx="0" clrIdx="1532"/>
  <p:cmAuthor id="1534" name="唐可欣" initials="" lastIdx="0" clrIdx="1533"/>
  <p:cmAuthor id="1535" name="49554261@qq.com" initials="4" lastIdx="0" clrIdx="1534"/>
  <p:cmAuthor id="1536" name="未知的使用者8" initials="" lastIdx="0" clrIdx="1535"/>
  <p:cmAuthor id="1537" name="不明使用者56" initials="" lastIdx="0" clrIdx="1536"/>
  <p:cmAuthor id="1538" name="P00035_jeremy" initials="" lastIdx="0" clrIdx="1537"/>
  <p:cmAuthor id="1539" name="Unknown User7" initials="" lastIdx="0" clrIdx="1538"/>
  <p:cmAuthor id="1540" name="muzi wei" initials="" lastIdx="0" clrIdx="1539"/>
  <p:cmAuthor id="1541" name="未知的使用者41" initials="" lastIdx="0" clrIdx="1540"/>
  <p:cmAuthor id="1542" name="未知的使用者13" initials="" lastIdx="0" clrIdx="1541"/>
  <p:cmAuthor id="1543" name="djj" initials="" lastIdx="0" clrIdx="1542"/>
  <p:cmAuthor id="1544" name="不明使用者21" initials="" lastIdx="0" clrIdx="1543"/>
  <p:cmAuthor id="1545" name="YUMINGNJ" initials="" lastIdx="0" clrIdx="1544"/>
  <p:cmAuthor id="1546" name="未知的使用者52" initials="" lastIdx="0" clrIdx="1545"/>
  <p:cmAuthor id="1547" name="未知用户109" initials="" lastIdx="0" clrIdx="1546"/>
  <p:cmAuthor id="1548" name="Unknown User117" initials="U" lastIdx="0" clrIdx="1547"/>
  <p:cmAuthor id="1549" name="thomas" initials="" lastIdx="0" clrIdx="1548"/>
  <p:cmAuthor id="1550" name="未知的使用者3" initials="" lastIdx="0" clrIdx="1549"/>
  <p:cmAuthor id="1551" name="未知用户14" initials="" lastIdx="0" clrIdx="1550"/>
  <p:cmAuthor id="1552" name="杨强" initials="杨" lastIdx="0" clrIdx="1551"/>
  <p:cmAuthor id="1553" name="Unknown User65" initials="U" lastIdx="0" clrIdx="1552"/>
  <p:cmAuthor id="1554" name="未知用户98" initials="" lastIdx="0" clrIdx="1553"/>
  <p:cmAuthor id="1555" name="未知用户61" initials="" lastIdx="0" clrIdx="1554"/>
  <p:cmAuthor id="1556" name="SF" initials="S" lastIdx="0" clrIdx="1555"/>
  <p:cmAuthor id="1557" name="張秀娟" initials="" lastIdx="0" clrIdx="1556"/>
  <p:cmAuthor id="1558" name="sammi" initials="s" lastIdx="0" clrIdx="1557"/>
  <p:cmAuthor id="1559" name="Jason Wang" initials="" lastIdx="0" clrIdx="1558"/>
  <p:cmAuthor id="1560" name="zhangmh@httz.cc" initials="z" lastIdx="0" clrIdx="1559"/>
  <p:cmAuthor id="1561" name="不明使用者18" initials="" lastIdx="0" clrIdx="1560"/>
  <p:cmAuthor id="1562" name="戴 清泺" initials="戴" lastIdx="0" clrIdx="1561"/>
  <p:cmAuthor id="1563" name="未知的使用者72" initials="" lastIdx="0" clrIdx="1562"/>
  <p:cmAuthor id="1564" name="未知的使用者48" initials="" lastIdx="0" clrIdx="1563"/>
  <p:cmAuthor id="1565" name="未知的使用者104" initials="" lastIdx="0" clrIdx="1564"/>
  <p:cmAuthor id="1566" name="魏澜" initials="魏" lastIdx="0" clrIdx="1565"/>
  <p:cmAuthor id="1567" name="未知用户60" initials="" lastIdx="0" clrIdx="1566"/>
  <p:cmAuthor id="1568" name="未知的使用者39" initials="未" lastIdx="0" clrIdx="1567"/>
  <p:cmAuthor id="1569" name="Shawna Strickland" initials="" lastIdx="0" clrIdx="1568"/>
  <p:cmAuthor id="1570" name="未知的使用者36" initials="" lastIdx="0" clrIdx="1569"/>
  <p:cmAuthor id="1571" name="Daniel Wuu" initials="" lastIdx="0" clrIdx="1570"/>
  <p:cmAuthor id="1572" name="未知的使用者14" initials="" lastIdx="0" clrIdx="1571"/>
  <p:cmAuthor id="1573" name="李刚" initials="" lastIdx="0" clrIdx="1572"/>
  <p:cmAuthor id="1574" name="Ashley Eberenz" initials="" lastIdx="0" clrIdx="1573"/>
  <p:cmAuthor id="1575" name="不明使用者19" initials="" lastIdx="0" clrIdx="1574"/>
  <p:cmAuthor id="1576" name="qiantong" initials="" lastIdx="0" clrIdx="1575"/>
  <p:cmAuthor id="1577" name="未知的使用者74" initials="" lastIdx="0" clrIdx="1576"/>
  <p:cmAuthor id="1578" name="未知的使用者23" initials="" lastIdx="0" clrIdx="1577"/>
  <p:cmAuthor id="1579" name="未知的使用者1" initials="" lastIdx="0" clrIdx="1578"/>
  <p:cmAuthor id="1580" name="116304" initials="" lastIdx="0" clrIdx="1579"/>
  <p:cmAuthor id="1581" name="R affer" initials="" lastIdx="0" clrIdx="1580"/>
  <p:cmAuthor id="1582" name="qihua-DCMS" initials="" lastIdx="0" clrIdx="1581"/>
  <p:cmAuthor id="1583" name="未知的使用者95" initials="" lastIdx="0" clrIdx="1582"/>
  <p:cmAuthor id="1584" name="未知的使用者32" initials="" lastIdx="0" clrIdx="1583"/>
  <p:cmAuthor id="1585" name="Unknown User26" initials="U" lastIdx="0" clrIdx="1584"/>
  <p:cmAuthor id="1586" name="yuexuejun" initials="" lastIdx="0" clrIdx="1585"/>
  <p:cmAuthor id="1587" name="未知的使用者71" initials="" lastIdx="0" clrIdx="1586"/>
  <p:cmAuthor id="1588" name="未知的使用者105" initials="" lastIdx="0" clrIdx="1587"/>
  <p:cmAuthor id="1589" name="Unknown User70" initials="" lastIdx="0" clrIdx="1588"/>
  <p:cmAuthor id="1590" name="clinchen" initials="" lastIdx="0" clrIdx="1589"/>
  <p:cmAuthor id="1591" name="hanjuncompany" initials="" lastIdx="0" clrIdx="1590"/>
  <p:cmAuthor id="1592" name="kathy chen" initials="" lastIdx="0" clrIdx="1591"/>
  <p:cmAuthor id="1593" name="未知的使用者63" initials="" lastIdx="0" clrIdx="1592"/>
  <p:cmAuthor id="1594" name="未知的使用者64" initials="" lastIdx="0" clrIdx="1593"/>
  <p:cmAuthor id="1595" name="未知的使用者47" initials="" lastIdx="0" clrIdx="1594"/>
  <p:cmAuthor id="1596" name="未知的使用者60" initials="" lastIdx="0" clrIdx="1595"/>
  <p:cmAuthor id="1597" name="未知的使用者59" initials="" lastIdx="0" clrIdx="1596"/>
  <p:cmAuthor id="1598" name="未知的使用者54" initials="" lastIdx="0" clrIdx="1597"/>
  <p:cmAuthor id="1599" name="未知的使用者66" initials="" lastIdx="0" clrIdx="1598"/>
  <p:cmAuthor id="1600" name="未知的使用者65" initials="" lastIdx="0" clrIdx="1599"/>
  <p:cmAuthor id="1601" name="沈霄雷" initials="沈" lastIdx="0" clrIdx="1600"/>
  <p:cmAuthor id="1602" name="未知的使用者106" initials="" lastIdx="0" clrIdx="1601"/>
  <p:cmAuthor id="1603" name="dell" initials="d" lastIdx="0" clrIdx="1602"/>
  <p:cmAuthor id="1604" name="未知的使用者108" initials="" lastIdx="0" clrIdx="1603"/>
  <p:cmAuthor id="1605" name="Echo" initials="E" lastIdx="0" clrIdx="1604"/>
  <p:cmAuthor id="1606" name="未知的使用者86" initials="" lastIdx="0" clrIdx="1605"/>
  <p:cmAuthor id="1607" name="渠沛" initials="渠" lastIdx="0" clrIdx="1606"/>
  <p:cmAuthor id="1608" name="未知的使用者44" initials="" lastIdx="0" clrIdx="1607"/>
  <p:cmAuthor id="1609" name="席琛" initials="" lastIdx="0" clrIdx="1608"/>
  <p:cmAuthor id="1610" name="未知的使用者37" initials="" lastIdx="0" clrIdx="1609"/>
  <p:cmAuthor id="1611" name="NN" initials="NN" lastIdx="0" clrIdx="1610"/>
  <p:cmAuthor id="1612" name="未知的使用者126" initials="" lastIdx="0" clrIdx="1611"/>
  <p:cmAuthor id="1613" name="孙安_aQbuRfue" initials="authorId_265717044" lastIdx="0" clrIdx="1612"/>
  <p:cmAuthor id="1614" name="未知的使用者127" initials="" lastIdx="0" clrIdx="1613"/>
  <p:cmAuthor id="1615" name="未知的使用者128" initials="" lastIdx="0" clrIdx="1614"/>
  <p:cmAuthor id="1616" name="未知的使用者124" initials="" lastIdx="0" clrIdx="1615"/>
  <p:cmAuthor id="1617" name="未知的使用者125" initials="" lastIdx="0" clrIdx="1616"/>
  <p:cmAuthor id="1618" name="Sara Chen" initials="" lastIdx="0" clrIdx="1617"/>
  <p:cmAuthor id="1619" name="huang gerrard" initials="" lastIdx="0" clrIdx="1618"/>
  <p:cmAuthor id="1620" name="norman_6NvauIFN" initials="authorId_693111794" lastIdx="0" clrIdx="1619"/>
  <p:cmAuthor id="1621" name="王 蒙" initials="王" lastIdx="0" clrIdx="1620"/>
  <p:cmAuthor id="1622" name="刘烟瑞_ZbmqqauY" initials="authorId_1528848811" lastIdx="0" clrIdx="1621"/>
  <p:cmAuthor id="1623" name="董耘_um22zMFb" initials="authorId_1461203234" lastIdx="0" clrIdx="1622"/>
  <p:cmAuthor id="1624" name="未知用户64" initials="" lastIdx="0" clrIdx="1623"/>
  <p:cmAuthor id="1625" name="未知用户69" initials="" lastIdx="0" clrIdx="1624"/>
  <p:cmAuthor id="1626" name="未知用户71" initials="" lastIdx="0" clrIdx="1625"/>
  <p:cmAuthor id="1627" name="MA15" initials="" lastIdx="0" clrIdx="1626"/>
  <p:cmAuthor id="1628" name="xsj-pc-work" initials="x" lastIdx="0" clrIdx="1627"/>
  <p:cmAuthor id="1629" name="GW" initials="G.W" lastIdx="0" clrIdx="1628"/>
  <p:cmAuthor id="1630" name="775284" initials="7" lastIdx="0" clrIdx="1629"/>
  <p:cmAuthor id="1631" name="lp" initials="l" lastIdx="0" clrIdx="1630"/>
  <p:cmAuthor id="1632" name="未知用户86" initials="未" lastIdx="0" clrIdx="1631"/>
  <p:cmAuthor id="1633" name="新萝卜家园" initials="新" lastIdx="0" clrIdx="1632"/>
  <p:cmAuthor id="1634" name="宋春华" initials="宋" lastIdx="0" clrIdx="1633"/>
  <p:cmAuthor id="1635" name="方朝军/产品推动室/产品开发推广部/总公司" initials="方" lastIdx="0" clrIdx="1634"/>
  <p:cmAuthor id="1636" name="liquanxi" initials="l" lastIdx="0" clrIdx="1635"/>
  <p:cmAuthor id="1637" name="huijy01" initials="h" lastIdx="0" clrIdx="1636"/>
  <p:cmAuthor id="1638" name="Huangx" initials="H" lastIdx="0" clrIdx="1637"/>
  <p:cmAuthor id="1639" name="pangxw01" initials="p" lastIdx="0" clrIdx="1638"/>
  <p:cmAuthor id="1640" name="Calvin G" initials="C" lastIdx="0" clrIdx="1639"/>
  <p:cmAuthor id="1641" name="张莹" initials="张" lastIdx="0" clrIdx="1640"/>
  <p:cmAuthor id="1642" name="viola_yang" initials="v" lastIdx="0" clrIdx="1641"/>
  <p:cmAuthor id="1643" name="未知用户78" initials="未" lastIdx="0" clrIdx="1642"/>
  <p:cmAuthor id="1644" name="Xinyi" initials="X" lastIdx="0" clrIdx="1643"/>
  <p:cmAuthor id="1645" name="何慧丽" initials="何" lastIdx="0" clrIdx="1644"/>
  <p:cmAuthor id="1646" name="hy-tkyl" initials="h" lastIdx="0" clrIdx="1645"/>
  <p:cmAuthor id="1647" name="刘莎" initials="刘" lastIdx="0" clrIdx="1646"/>
  <p:cmAuthor id="1648" name="Student" initials="S" lastIdx="0" clrIdx="1647"/>
  <p:cmAuthor id="1649" name="李增增" initials="李" lastIdx="0" clrIdx="1648"/>
  <p:cmAuthor id="1650" name="ht guo" initials="h" lastIdx="0" clrIdx="1649"/>
  <p:cmAuthor id="1651" name="Sky.Wang" initials="S" lastIdx="0" clrIdx="1650"/>
  <p:cmAuthor id="1652" name="BA-俞阳" initials="authorId_4447802" lastIdx="0" clrIdx="1651"/>
  <p:cmAuthor id="1653" name="宋 磊" initials="宋" lastIdx="0" clrIdx="1652"/>
  <p:cmAuthor id="1654" name="13312" initials="1" lastIdx="0" clrIdx="1653"/>
  <p:cmAuthor id="1655" name="杨 伟萍" initials="杨" lastIdx="0" clrIdx="1654"/>
  <p:cmAuthor id="1656" name="22698" initials="2" lastIdx="0" clrIdx="1655"/>
  <p:cmAuthor id="1657" name="未知的使用者227" initials="未" lastIdx="0" clrIdx="1656"/>
  <p:cmAuthor id="1658" name="未知的使用者270" initials="未" lastIdx="0" clrIdx="1657"/>
  <p:cmAuthor id="1659" name="邹洋" initials="" lastIdx="0" clrIdx="1658"/>
  <p:cmAuthor id="1660" name="hyrx05" initials="" lastIdx="0" clrIdx="1659"/>
  <p:cmAuthor id="1661" name="徐仕超" initials="" lastIdx="0" clrIdx="1660"/>
  <p:cmAuthor id="1662" name="宋少霞" initials="" lastIdx="0" clrIdx="1661"/>
  <p:cmAuthor id="1663" name="原鹏" initials="" lastIdx="0" clrIdx="1662"/>
  <p:cmAuthor id="1664" name="郭 里芬" initials="" lastIdx="0" clrIdx="1663"/>
  <p:cmAuthor id="1665" name="Liu, Leo (MBSHR cs)" initials="" lastIdx="0" clrIdx="1664"/>
  <p:cmAuthor id="1666" name="未知用户79" initials="" lastIdx="0" clrIdx="1665"/>
  <p:cmAuthor id="1667" name="段振华" initials="" lastIdx="0" clrIdx="1666"/>
  <p:cmAuthor id="1668" name="沈永强" initials="" lastIdx="0" clrIdx="1667"/>
  <p:cmAuthor id="1669" name="云峰 贾" initials="" lastIdx="0" clrIdx="1668"/>
  <p:cmAuthor id="1670" name="马红" initials="" lastIdx="0" clrIdx="1669"/>
  <p:cmAuthor id="1671" name="杨彦伟" initials="" lastIdx="0" clrIdx="1670"/>
  <p:cmAuthor id="1672" name="叶滔" initials="" lastIdx="0" clrIdx="1671"/>
  <p:cmAuthor id="1673" name="mengshun" initials="" lastIdx="0" clrIdx="1672"/>
  <p:cmAuthor id="1674" name="未知的使用者98" initials="未" lastIdx="0" clrIdx="1673"/>
  <p:cmAuthor id="1675" name="wujing" initials="w" lastIdx="0" clrIdx="1674"/>
  <p:cmAuthor id="1676" name="LIUSHOULONG" initials="L" lastIdx="0" clrIdx="1675"/>
  <p:cmAuthor id="1677" name="未知的使用者195" initials="未" lastIdx="0" clrIdx="1676"/>
  <p:cmAuthor id="1678" name="未知的使用者173" initials="未" lastIdx="0" clrIdx="1677"/>
  <p:cmAuthor id="1679" name="王嘉偉" initials="王" lastIdx="0" clrIdx="1678"/>
  <p:cmAuthor id="1680" name="刘哲" initials="刘" lastIdx="0" clrIdx="1679"/>
  <p:cmAuthor id="1681" name="FanJQ" initials="F" lastIdx="0" clrIdx="1680"/>
  <p:cmAuthor id="1682" name="金鱼·张晨·远想·项目经理" initials="金" lastIdx="0" clrIdx="1681"/>
  <p:cmAuthor id="1683" name="Unknown User24" initials="U" lastIdx="0" clrIdx="1682"/>
  <p:cmAuthor id="1684" name="JOHNNY GAO" initials="JG" lastIdx="0" clrIdx="1683"/>
  <p:cmAuthor id="1685" name="未知的使用者169" initials="未" lastIdx="0" clrIdx="1684"/>
  <p:cmAuthor id="1686" name="江 玲" initials="江" lastIdx="0" clrIdx="1685"/>
  <p:cmAuthor id="1687" name="未知的使用者122" initials="未" lastIdx="0" clrIdx="1686"/>
  <p:cmAuthor id="1688" name="未知的使用者62" initials="未" lastIdx="0" clrIdx="1687"/>
  <p:cmAuthor id="1689" name="未知的使用者58" initials="未" lastIdx="0" clrIdx="1688"/>
  <p:cmAuthor id="1690" name="Vicky" initials="V" lastIdx="0" clrIdx="1689"/>
  <p:cmAuthor id="1691" name="未知用户97" initials="未" lastIdx="0" clrIdx="1690"/>
  <p:cmAuthor id="1692" name="未知的使用者109" initials="" lastIdx="0" clrIdx="1691"/>
  <p:cmAuthor id="1693" name="sharon" initials="s" lastIdx="0" clrIdx="1692"/>
  <p:cmAuthor id="1694" name="朗 月" initials="朗" lastIdx="0" clrIdx="1693"/>
  <p:cmAuthor id="1695" name="徐琳00159163" initials="徐琳00159163" lastIdx="0" clrIdx="1694"/>
  <p:cmAuthor id="1696" name="团的 X奶爸" initials="团的" lastIdx="0" clrIdx="1695"/>
  <p:cmAuthor id="1697" name="张 振" initials="张" lastIdx="0" clrIdx="1696"/>
  <p:cmAuthor id="1698" name="马静" initials="静" lastIdx="0" clrIdx="1697"/>
  <p:cmAuthor id="1699" name="沈静" initials="沈" lastIdx="0" clrIdx="1698"/>
  <p:cmAuthor id="1700" name="黄哲凝" initials="HZN" lastIdx="0" clrIdx="1699"/>
  <p:cmAuthor id="1701" name="妍 谢" initials="妍" lastIdx="0" clrIdx="1700"/>
  <p:cmAuthor id="1702" name="但佳" initials="但" lastIdx="0" clrIdx="1701"/>
  <p:cmAuthor id="1703" name="孙运海" initials="孙" lastIdx="0" clrIdx="1702"/>
  <p:cmAuthor id="1704" name="wumin" initials="w" lastIdx="0" clrIdx="1703"/>
  <p:cmAuthor id="1705" name="LINGYU GU" initials="LG" lastIdx="0" clrIdx="1704"/>
  <p:cmAuthor id="1706" name="dongxia" initials="d" lastIdx="0" clrIdx="1705"/>
  <p:cmAuthor id="1707" name="cy" initials="c" lastIdx="0" clrIdx="1706"/>
  <p:cmAuthor id="1708" name="李传波" initials="李" lastIdx="0" clrIdx="1707"/>
  <p:cmAuthor id="1709" name="45383746@qq.com" initials="4" lastIdx="0" clrIdx="1708"/>
  <p:cmAuthor id="1710" name="hauk guan" initials="h" lastIdx="0" clrIdx="1709"/>
  <p:cmAuthor id="1711" name="sierra" initials="s" lastIdx="0" clrIdx="1710"/>
  <p:cmAuthor id="1712" name="陈艳" initials="陈" lastIdx="0" clrIdx="1711"/>
  <p:cmAuthor id="1713" name="戴真如" initials="戴" lastIdx="0" clrIdx="1712"/>
  <p:cmAuthor id="1714" name="吴 杰" initials="吴" lastIdx="0" clrIdx="1713"/>
  <p:cmAuthor id="1715" name="J J" initials="J" lastIdx="0" clrIdx="1714"/>
  <p:cmAuthor id="1716" name="30859" initials="3" lastIdx="0" clrIdx="1715"/>
  <p:cmAuthor id="1717" name="Microsoft 帐户" initials="" lastIdx="0" clrIdx="1716"/>
  <p:cmAuthor id="1718" name="袁熙" initials="袁" lastIdx="0" clrIdx="1717"/>
  <p:cmAuthor id="1719" name="56524" initials="5" lastIdx="0" clrIdx="1718"/>
  <p:cmAuthor id="1720" name="黄文贤" initials="黄" lastIdx="0" clrIdx="1719"/>
  <p:cmAuthor id="1721" name="王婧宇" initials="王" lastIdx="0" clrIdx="1720"/>
  <p:cmAuthor id="1722" name="刘杨" initials="找" lastIdx="0" clrIdx="1721"/>
  <p:cmAuthor id="1723" name="zhangxin" initials="z" lastIdx="0" clrIdx="1722"/>
  <p:cmAuthor id="1724" name="jhw" initials="j" lastIdx="0" clrIdx="1723"/>
  <p:cmAuthor id="1725" name="QING LI" initials="Q" lastIdx="0" clrIdx="1724"/>
  <p:cmAuthor id="1726" name="徐辉" initials="徐" lastIdx="0" clrIdx="1725"/>
  <p:cmAuthor id="1727" name="LiWei" initials="L" lastIdx="0" clrIdx="1726"/>
  <p:cmAuthor id="1728" name="aliutao007@163.com" initials="a" lastIdx="0" clrIdx="1727"/>
  <p:cmAuthor id="1729" name="陈静雯" initials="陈" lastIdx="0" clrIdx="1728"/>
  <p:cmAuthor id="1730" name="冯帅" initials="冯" lastIdx="0" clrIdx="1729"/>
  <p:cmAuthor id="1731" name="tkadmin" initials="t" lastIdx="0" clrIdx="1730"/>
  <p:cmAuthor id="1732" name="陈冰靓" initials="陈" lastIdx="0" clrIdx="1731"/>
  <p:cmAuthor id="1733" name="范丽萍" initials="范" lastIdx="0" clrIdx="1732"/>
  <p:cmAuthor id="1734" name="xikai gao" initials="x" lastIdx="0" clrIdx="1733"/>
  <p:cmAuthor id="1735" name="赵威然" initials="赵" lastIdx="0" clrIdx="1734"/>
  <p:cmAuthor id="1736" name="喰?" initials="喰" lastIdx="0" clrIdx="1735"/>
  <p:cmAuthor id="1737" name="李臻_jiai6ZRr" initials="authorId_192999303" lastIdx="0" clrIdx="1736"/>
  <p:cmAuthor id="1738" name="田亚林+_vEn2feIZ" initials="authorId_385966644" lastIdx="0" clrIdx="1737"/>
  <p:cmAuthor id="1739" name="孙军_a2y2UrEv" initials="authorId_524475945" lastIdx="0" clrIdx="1738"/>
  <p:cmAuthor id="1740" name="单鹏飞jd" initials="单" lastIdx="0" clrIdx="1739"/>
  <p:cmAuthor id="1741" name="zccdl" initials="z" lastIdx="0" clrIdx="1740"/>
  <p:cmAuthor id="1742" name="卢晓童" initials="卢" lastIdx="0" clrIdx="1741"/>
  <p:cmAuthor id="1743" name="MACHENIKE" initials="M" lastIdx="0" clrIdx="1742"/>
  <p:cmAuthor id="1744" name="cs" initials="c" lastIdx="0" clrIdx="1743"/>
  <p:cmAuthor id="1745" name="张文蕾" initials="张" lastIdx="0" clrIdx="1744"/>
  <p:cmAuthor id="1746" name="PPTer_Tang" initials="P" lastIdx="0" clrIdx="1745"/>
  <p:cmAuthor id="1747" name="用户" initials="用" lastIdx="0" clrIdx="1746"/>
  <p:cmAuthor id="1748" name="郑勇进" initials="郑勇进" lastIdx="0" clrIdx="1747"/>
  <p:cmAuthor id="1749" name="何子文" initials="何子文" lastIdx="0" clrIdx="1748"/>
  <p:cmAuthor id="1750" name="朱晓彤" initials="C" lastIdx="0" clrIdx="1749"/>
  <p:cmAuthor id="1751" name="22010" initials="2" lastIdx="0" clrIdx="1750"/>
  <p:cmAuthor id="1752" name="3930" initials="3" lastIdx="0" clrIdx="1751"/>
  <p:cmAuthor id="1753" name="liuhao24" initials="l" lastIdx="0" clrIdx="1752"/>
  <p:cmAuthor id="1754" name="t-1i-caiwu" initials="t" lastIdx="0" clrIdx="1753"/>
  <p:cmAuthor id="1755" name="zhaoyue46" initials="z" lastIdx="0" clrIdx="1754"/>
  <p:cmAuthor id="1756" name="黄梅" initials="黄" lastIdx="0" clrIdx="1755"/>
  <p:cmAuthor id="1757" name="FrogPrince1121" initials="F" lastIdx="0" clrIdx="1756"/>
  <p:cmAuthor id="1758" name="wpp" initials="w" lastIdx="0" clrIdx="1757"/>
  <p:cmAuthor id="1759" name="jerry wong" initials="j" lastIdx="0" clrIdx="1758"/>
  <p:cmAuthor id="1760" name="罗梁" initials="罗" lastIdx="0" clrIdx="1759"/>
  <p:cmAuthor id="1761" name="特力 塔娜" initials="特" lastIdx="0" clrIdx="1760"/>
  <p:cmAuthor id="1762" name="330488008@qq.com" initials="3" lastIdx="0" clrIdx="1761"/>
  <p:cmAuthor id="1763" name="靖千 罗" initials="靖" lastIdx="0" clrIdx="1762"/>
  <p:cmAuthor id="1764" name="张 美红" initials="张" lastIdx="0" clrIdx="1763"/>
  <p:cmAuthor id="1765" name="8613607323127" initials="8" lastIdx="0" clrIdx="1764"/>
  <p:cmAuthor id="1766" name="未定义" initials="未" lastIdx="0" clrIdx="1765"/>
  <p:cmAuthor id="1767" name="盛红" initials="盛" lastIdx="0" clrIdx="1766"/>
  <p:cmAuthor id="1768" name="hanwen luo" initials="h" lastIdx="0" clrIdx="1767"/>
  <p:cmAuthor id="1769" name="小田" initials="小" lastIdx="0" clrIdx="1768"/>
  <p:cmAuthor id="1770" name="li hw" initials="l" lastIdx="0" clrIdx="1769"/>
  <p:cmAuthor id="1771" name="Office User" initials="O" lastIdx="0" clrIdx="1770"/>
  <p:cmAuthor id="1772" name="熊俊阳_JVbuRZzi" initials="authorId_369679057" lastIdx="0" clrIdx="1771"/>
  <p:cmAuthor id="1773" name="h468" initials="h" lastIdx="0" clrIdx="1772"/>
  <p:cmAuthor id="1774" name="tangjx03" initials="t" lastIdx="0" clrIdx="1773"/>
  <p:cmAuthor id="1775" name="zhangcy58" initials="z" lastIdx="0" clrIdx="1774"/>
  <p:cmAuthor id="1776" name="lvpd" initials="l" lastIdx="0" clrIdx="1775"/>
  <p:cmAuthor id="1777" name="未知的使用者40" initials="" lastIdx="0" clrIdx="1776"/>
  <p:cmAuthor id="1778" name="曾红" initials="" lastIdx="0" clrIdx="1777"/>
  <p:cmAuthor id="1779" name="未知的使用者29" initials="" lastIdx="0" clrIdx="1778"/>
  <p:cmAuthor id="1780" name="未知的使用者113" initials="" lastIdx="0" clrIdx="1779"/>
  <p:cmAuthor id="1781" name="未知用户103" initials="" lastIdx="0" clrIdx="1780"/>
  <p:cmAuthor id="1782" name="未知的使用者42" initials="" lastIdx="0" clrIdx="1781"/>
  <p:cmAuthor id="1783" name="未知的使用者120" initials="" lastIdx="0" clrIdx="1782"/>
  <p:cmAuthor id="1784" name="px" initials="" lastIdx="0" clrIdx="1783"/>
  <p:cmAuthor id="1785" name="未知的使用者73" initials="" lastIdx="0" clrIdx="1784"/>
  <p:cmAuthor id="1786" name="未知的使用者24" initials="" lastIdx="0" clrIdx="1785"/>
  <p:cmAuthor id="1787" name="Mary Feil-Jacobs" initials="" lastIdx="0" clrIdx="1786"/>
  <p:cmAuthor id="1788" name="LiuHui" initials="" lastIdx="0" clrIdx="1787"/>
  <p:cmAuthor id="1789" name="王鹏凯" initials="" lastIdx="0" clrIdx="1788"/>
  <p:cmAuthor id="1790" name="未知用户104" initials="" lastIdx="0" clrIdx="1789"/>
  <p:cmAuthor id="1791" name="未知的使用者10" initials="" lastIdx="0" clrIdx="1790"/>
  <p:cmAuthor id="1792" name="未知的使用者93" initials="" lastIdx="0" clrIdx="1791"/>
  <p:cmAuthor id="1793" name="于叶舟_aQzma2Uv" initials="authorId_1273292282" lastIdx="0" clrIdx="1792"/>
  <p:cmAuthor id="1794" name="wen" initials="w" lastIdx="0" clrIdx="1793"/>
  <p:cmAuthor id="1795" name="未知的使用者51" initials="未" lastIdx="0" clrIdx="1794"/>
  <p:cmAuthor id="1796" name="wang wei" initials="ww" lastIdx="0" clrIdx="1795"/>
  <p:cmAuthor id="1797" name="Ted Su" initials="T" lastIdx="0" clrIdx="1796"/>
  <p:cmAuthor id="1798" name="shinin" initials="s" lastIdx="0" clrIdx="1797"/>
  <p:cmAuthor id="1799" name="未知的使用者118" initials="未" lastIdx="0" clrIdx="1798"/>
  <p:cmAuthor id="1800" name="未知的使用者167" initials="未" lastIdx="0" clrIdx="1799"/>
  <p:cmAuthor id="1801" name="季健雄" initials="季" lastIdx="0" clrIdx="1800"/>
  <p:cmAuthor id="1802" name="林桦桦" initials="林" lastIdx="0" clrIdx="1801"/>
  <p:cmAuthor id="1803" name="妙 吉祥" initials="妙" lastIdx="0" clrIdx="1802"/>
  <p:cmAuthor id="1804" name="瞿 梅" initials="瞿" lastIdx="0" clrIdx="1803"/>
  <p:cmAuthor id="1805" name="XiaoLi Tian" initials="XT" lastIdx="0" clrIdx="1804"/>
  <p:cmAuthor id="1806" name="NINGMEI" initials="N" lastIdx="0" clrIdx="1805"/>
  <p:cmAuthor id="1807" name="yang" initials="y" lastIdx="0" clrIdx="1806"/>
  <p:cmAuthor id="1808" name="连 浩" initials="连" lastIdx="0" clrIdx="1807"/>
  <p:cmAuthor id="1809" name="szjpony" initials="s" lastIdx="0" clrIdx="1808"/>
  <p:cmAuthor id="1810" name="子轩 朱" initials="子轩" lastIdx="0" clrIdx="1809"/>
  <p:cmAuthor id="1811" name="lifuyou" initials="l" lastIdx="0" clrIdx="1810"/>
  <p:cmAuthor id="1812" name="崔立牟_ziquUFFr" initials="authorId_204711188" lastIdx="0" clrIdx="1811"/>
  <p:cmAuthor id="1813" name="周琪" initials="周" lastIdx="0" clrIdx="1812"/>
  <p:cmAuthor id="1814" name="宋建华" initials="song" lastIdx="0" clrIdx="1813"/>
  <p:cmAuthor id="1815" name="bevan chang" initials="bc" lastIdx="0" clrIdx="1814"/>
  <p:cmAuthor id="1816" name="jinjing" initials="j" lastIdx="0" clrIdx="1815"/>
  <p:cmAuthor id="1817" name="huangyang" initials="h" lastIdx="0" clrIdx="1816"/>
  <p:cmAuthor id="1818" name="11" initials="1" lastIdx="0" clrIdx="1817"/>
  <p:cmAuthor id="1819" name="大洋悍马" initials="大" lastIdx="0" clrIdx="1818"/>
  <p:cmAuthor id="1820" name="强 马" initials="强" lastIdx="0" clrIdx="1819"/>
  <p:cmAuthor id="1821" name="张妮娜" initials="张妮娜" lastIdx="0" clrIdx="1820"/>
  <p:cmAuthor id="1822" name="崟" initials="崟" lastIdx="0" clrIdx="1821"/>
  <p:cmAuthor id="1823" name="zhu jing" initials="zj" lastIdx="0" clrIdx="1822"/>
  <p:cmAuthor id="1824" name="Ge Xinliang" initials="G" lastIdx="0" clrIdx="1823"/>
  <p:cmAuthor id="1825" name="an123" initials="a" lastIdx="0" clrIdx="1824"/>
  <p:cmAuthor id="1826" name="孙妮" initials="孙妮" lastIdx="0" clrIdx="1825"/>
  <p:cmAuthor id="1827" name="沐色 微凉" initials="沐色" lastIdx="0" clrIdx="1826"/>
  <p:cmAuthor id="1828" name="李璇" initials="李" lastIdx="0" clrIdx="1827"/>
  <p:cmAuthor id="1829" name="Wu,Qinghai(CEO OFFICE/DL)" initials="WO" lastIdx="0" clrIdx="1828"/>
  <p:cmAuthor id="1830" name="86156" initials="8" lastIdx="0" clrIdx="1829"/>
  <p:cmAuthor id="1831" name="1976" initials="1" lastIdx="0" clrIdx="1830"/>
  <p:cmAuthor id="1832" name="Gao,Quanchang" initials="G" lastIdx="0" clrIdx="1831"/>
  <p:cmAuthor id="1833" name="quanchang" initials="q" lastIdx="0" clrIdx="1832"/>
  <p:cmAuthor id="1834" name="Ma,Dandan" initials="M" lastIdx="0" clrIdx="1833"/>
  <p:cmAuthor id="1835" name="Mr.Wu" initials="M" lastIdx="0" clrIdx="1834"/>
  <p:cmAuthor id="1836" name="thinkbap" initials="t" lastIdx="0" clrIdx="1835"/>
  <p:cmAuthor id="1837" name="毛雪峰" initials="毛" lastIdx="0" clrIdx="1836"/>
  <p:cmAuthor id="1838" name="山河念远" initials="山" lastIdx="0" clrIdx="1837"/>
  <p:cmAuthor id="1839" name="未知用户101" initials="" lastIdx="0" clrIdx="1838"/>
  <p:cmAuthor id="1840" name="Benin" initials="B" lastIdx="0" clrIdx="1839"/>
  <p:cmAuthor id="1841" name="lc xue" initials="lx" lastIdx="0" clrIdx="1840"/>
  <p:cmAuthor id="1842" name="ma yanru" initials="my" lastIdx="0" clrIdx="1841"/>
  <p:cmAuthor id="1843" name="lmj lmj" initials="ll" lastIdx="0" clrIdx="1842"/>
  <p:cmAuthor id="1844" name="CMCC" initials="C" lastIdx="0" clrIdx="1843"/>
  <p:cmAuthor id="1845" name="Ms.Zhang" initials="M" lastIdx="0" clrIdx="1844"/>
  <p:cmAuthor id="1846" name="张雅欣" initials="张" lastIdx="0" clrIdx="1845"/>
  <p:cmAuthor id="1847" name="jiaru tiger" initials="jt" lastIdx="0" clrIdx="1846"/>
  <p:cmAuthor id="1848" name="李 嘉" initials="李" lastIdx="0" clrIdx="1847"/>
  <p:cmAuthor id="1849" name="BlackHole" initials="B" lastIdx="0" clrIdx="1848"/>
  <p:cmAuthor id="1850" name="郏 鹏" initials="郏" lastIdx="0" clrIdx="1849"/>
  <p:cmAuthor id="1851" name="wlj352" initials="w" lastIdx="0" clrIdx="1850"/>
  <p:cmAuthor id="1852" name="韩雨_UBvibq63" initials="authorId_353158055" lastIdx="0" clrIdx="1851"/>
  <p:cmAuthor id="1853" name="赵培勋_3IVrI7J7" initials="authorId_965678369" lastIdx="0" clrIdx="1852"/>
  <p:cmAuthor id="1854" name="施丽勤_uMzuu63y" initials="authorId_279398808" lastIdx="0" clrIdx="1853"/>
  <p:cmAuthor id="1855" name="peng Terry" initials="pT" lastIdx="0" clrIdx="1854"/>
  <p:cmAuthor id="1856" name="Liu,Jing(NC1/BJ)" initials="L" lastIdx="0" clrIdx="1855"/>
  <p:cmAuthor id="1857" name="未知用户1" initials="未知用户1" lastIdx="0" clrIdx="1856"/>
  <p:cmAuthor id="1858" name="zhxl" initials="z" lastIdx="0" clrIdx="1857"/>
  <p:cmAuthor id="1859" name="huang qian" initials="h" lastIdx="0" clrIdx="1858"/>
  <p:cmAuthor id="1860" name="Larry Jiang" initials="L" lastIdx="0" clrIdx="1859"/>
  <p:cmAuthor id="1861" name="万 卓威" initials="万" lastIdx="0" clrIdx="1860"/>
  <p:cmAuthor id="1862" name="Erik" initials="E" lastIdx="0" clrIdx="1861"/>
  <p:cmAuthor id="1863" name="广州供电局" initials="广" lastIdx="0" clrIdx="1862"/>
  <p:cmAuthor id="1864" name="饶毅" initials="饶" lastIdx="0" clrIdx="1863"/>
  <p:cmAuthor id="1865" name="meixin hu" initials="m" lastIdx="0" clrIdx="1864"/>
  <p:cmAuthor id="1866" name="zhang fang" initials="z" lastIdx="0" clrIdx="1865"/>
  <p:cmAuthor id="1867" name="陆 俊" initials="陆" lastIdx="0" clrIdx="1866"/>
  <p:cmAuthor id="1868" name="liuyang" initials="l" lastIdx="0" clrIdx="1867"/>
  <p:cmAuthor id="1869" name="pubb" initials="p" lastIdx="0" clrIdx="1868"/>
  <p:cmAuthor id="1870" name="chain" initials="c" lastIdx="0" clrIdx="1869"/>
  <p:cmAuthor id="1871" name="ChangJoe" initials="C" lastIdx="0" clrIdx="1870"/>
  <p:cmAuthor id="1872" name="Lc K" initials="L" lastIdx="0" clrIdx="1871"/>
  <p:cmAuthor id="1873" name="tansun" initials="t" lastIdx="0" clrIdx="1872"/>
  <p:cmAuthor id="1874" name="尚 吉峰" initials="尚" lastIdx="0" clrIdx="1873"/>
  <p:cmAuthor id="1875" name="施 强" initials="施" lastIdx="0" clrIdx="1874"/>
  <p:cmAuthor id="1876" name="w17927" initials="w" lastIdx="0" clrIdx="1875"/>
  <p:cmAuthor id="1877" name="潜龙 陈" initials="潜陈" lastIdx="0" clrIdx="1876"/>
  <p:cmAuthor id="1878" name="伟恩" initials="伟" lastIdx="0" clrIdx="1877"/>
  <p:cmAuthor id="1879" name="林 泽" initials="林" lastIdx="0" clrIdx="1878"/>
  <p:cmAuthor id="1880" name="peng zishun" initials="pz" lastIdx="0" clrIdx="1879"/>
  <p:cmAuthor id="1881" name="pactera" initials="p" lastIdx="0" clrIdx="1880"/>
  <p:cmAuthor id="1882" name="callmain" initials="c" lastIdx="0" clrIdx="1881"/>
  <p:cmAuthor id="1883" name="陈 安怡" initials="陈" lastIdx="0" clrIdx="1882"/>
  <p:cmAuthor id="1884" name="531 工作室" initials="5工" lastIdx="0" clrIdx="1883"/>
  <p:cmAuthor id="1885" name="Gientech" initials="G" lastIdx="0" clrIdx="1884"/>
  <p:cmAuthor id="1886" name="PEAK_QIAN" initials="P" lastIdx="0" clrIdx="1885"/>
  <p:cmAuthor id="1887" name="一〇" initials="一" lastIdx="0" clrIdx="1886"/>
  <p:cmAuthor id="1888" name="雪人" initials="雪" lastIdx="0" clrIdx="1887"/>
  <p:cmAuthor id="1889" name="w" initials="w" lastIdx="0" clrIdx="1888"/>
  <p:cmAuthor id="1890" name="杨涛-lah" initials="杨" lastIdx="0" clrIdx="1889"/>
  <p:cmAuthor id="1891" name="实习生_严政宇" initials="实" lastIdx="0" clrIdx="1890"/>
  <p:cmAuthor id="1892" name="w00100437" initials="" lastIdx="0" clrIdx="1891"/>
  <p:cmAuthor id="1893" name="jxgy15" initials="j" lastIdx="0" clrIdx="1892"/>
  <p:cmAuthor id="1894" name="朱粒" initials="朱" lastIdx="0" clrIdx="1893"/>
  <p:cmAuthor id="1895" name="徐 宁" initials="徐" lastIdx="0" clrIdx="1894"/>
  <p:cmAuthor id="1896" name="未知用户33" initials="未" lastIdx="0" clrIdx="1895"/>
  <p:cmAuthor id="1897" name="pangyt" initials="p" lastIdx="0" clrIdx="1896"/>
  <p:cmAuthor id="1898" name="Smilyrwj" initials="S" lastIdx="0" clrIdx="1897"/>
  <p:cmAuthor id="1899" name="吴岩" initials="吴" lastIdx="0" clrIdx="1898"/>
  <p:cmAuthor id="1900" name="yangying73" initials="y" lastIdx="0" clrIdx="1899"/>
  <p:cmAuthor id="1901" name="李明强" initials="李" lastIdx="0" clrIdx="1900"/>
  <p:cmAuthor id="1902" name="张琦" initials="zq" lastIdx="0" clrIdx="1901"/>
  <p:cmAuthor id="1903" name="Microsoft" initials="M" lastIdx="0" clrIdx="190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形状 12"/>
          <p:cNvSpPr/>
          <p:nvPr userDrawn="1"/>
        </p:nvSpPr>
        <p:spPr>
          <a:xfrm rot="5400000">
            <a:off x="11020143" y="-744250"/>
            <a:ext cx="427606" cy="1916110"/>
          </a:xfrm>
          <a:custGeom>
            <a:avLst/>
            <a:gdLst>
              <a:gd name="connsiteX0" fmla="*/ 0 w 464885"/>
              <a:gd name="connsiteY0" fmla="*/ 1618273 h 2083158"/>
              <a:gd name="connsiteX1" fmla="*/ 0 w 464885"/>
              <a:gd name="connsiteY1" fmla="*/ 0 h 2083158"/>
              <a:gd name="connsiteX2" fmla="*/ 464885 w 464885"/>
              <a:gd name="connsiteY2" fmla="*/ 0 h 2083158"/>
              <a:gd name="connsiteX3" fmla="*/ 464885 w 464885"/>
              <a:gd name="connsiteY3" fmla="*/ 2083158 h 2083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885" h="2083158">
                <a:moveTo>
                  <a:pt x="0" y="1618273"/>
                </a:moveTo>
                <a:lnTo>
                  <a:pt x="0" y="0"/>
                </a:lnTo>
                <a:lnTo>
                  <a:pt x="464885" y="0"/>
                </a:lnTo>
                <a:lnTo>
                  <a:pt x="464885" y="208315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0"/>
          </p:nvPr>
        </p:nvSpPr>
        <p:spPr>
          <a:xfrm>
            <a:off x="232229" y="470098"/>
            <a:ext cx="11469533" cy="631937"/>
          </a:xfrm>
        </p:spPr>
        <p:txBody>
          <a:bodyPr tIns="36000" b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800" b="1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0" y="1098809"/>
            <a:ext cx="783771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33507" y="90263"/>
            <a:ext cx="868675" cy="25729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11612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142"/>
                </a:solidFill>
              </a:rPr>
              <a:t>GITS-KNO 技术栈全景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457200"/>
            <a:ext cx="11612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75488"/>
            <a:ext cx="7315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B883"/>
                </a:solidFill>
              </a:rPr>
              <a:t>L1 前端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124968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42B8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"/>
            <a:ext cx="1249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Vue 3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688592" y="640080"/>
            <a:ext cx="124968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42B8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88592" y="658368"/>
            <a:ext cx="1249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TypeScript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011424" y="640080"/>
            <a:ext cx="124968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42B8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1424" y="658368"/>
            <a:ext cx="1249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Vite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334256" y="640080"/>
            <a:ext cx="124968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42B8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4256" y="658368"/>
            <a:ext cx="1249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Naive UI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657088" y="640080"/>
            <a:ext cx="124968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42B8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7088" y="658368"/>
            <a:ext cx="1249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Pinia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979920" y="640080"/>
            <a:ext cx="124968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42B8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9920" y="658368"/>
            <a:ext cx="1249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vue-query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8302752" y="640080"/>
            <a:ext cx="124968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42B8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658368"/>
            <a:ext cx="1249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Tailwind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625584" y="640080"/>
            <a:ext cx="124968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42B8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25584" y="658368"/>
            <a:ext cx="1249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ECharts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0948416" y="640080"/>
            <a:ext cx="124968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42B8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48416" y="658368"/>
            <a:ext cx="1249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Vitest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74320" y="1097280"/>
            <a:ext cx="11612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115568"/>
            <a:ext cx="7315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B33F"/>
                </a:solidFill>
              </a:rPr>
              <a:t>L2 应用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12801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6DB3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29844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Spring Boot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10512" y="12801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6DB3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10512" y="129844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Modulith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55264" y="12801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6DB3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55264" y="129844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Flyway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700016" y="12801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6DB3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129844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H2 / MySQL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144768" y="12801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6DB3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129844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MyBatis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589520" y="12801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6DB33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129844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JaCoCo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034272" y="12801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6DB3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34272" y="129844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Actuator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0479024" y="12801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6DB33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79024" y="129844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Micrometer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1737360"/>
            <a:ext cx="11612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1755648"/>
            <a:ext cx="7315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142"/>
                </a:solidFill>
              </a:rPr>
              <a:t>L3 领域核心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192024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2D31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193852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端口接口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810512" y="192024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2D31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10512" y="193852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密封接口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255264" y="192024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2D31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55264" y="193852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Record数据传输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700016" y="192024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2D31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0016" y="193852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KIE DMN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144768" y="192024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2D31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44768" y="193852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OWL / SHACL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589520" y="192024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2D31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0" y="193852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JUnit 5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9034272" y="192024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2D31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34272" y="193852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AssertJ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74320" y="2377440"/>
            <a:ext cx="11612880" cy="548640"/>
          </a:xfrm>
          <a:prstGeom prst="rect">
            <a:avLst/>
          </a:prstGeom>
          <a:solidFill>
            <a:srgbClr val="D6E4F0"/>
          </a:solidFill>
          <a:ln w="12700">
            <a:solidFill>
              <a:srgbClr val="2E5A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2395728"/>
            <a:ext cx="7315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AA8"/>
                </a:solidFill>
              </a:rPr>
              <a:t>L4 场景层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256032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257860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C36"/>
                </a:solidFill>
              </a:rPr>
              <a:t>Skill执行端口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810512" y="256032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10512" y="257860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C36"/>
                </a:solidFill>
              </a:rPr>
              <a:t>Skill执行路由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255264" y="256032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55264" y="257860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C36"/>
                </a:solidFill>
              </a:rPr>
              <a:t>Skill标识映射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700016" y="256032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2E5AA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00016" y="257860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H2 种子数据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144768" y="256032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44768" y="257860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C36"/>
                </a:solidFill>
              </a:rPr>
              <a:t>DKWS 知识供给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74320" y="3017520"/>
            <a:ext cx="11612880" cy="548640"/>
          </a:xfrm>
          <a:prstGeom prst="rect">
            <a:avLst/>
          </a:prstGeom>
          <a:solidFill>
            <a:srgbClr val="FFE0C0"/>
          </a:solidFill>
          <a:ln w="19050">
            <a:solidFill>
              <a:srgbClr val="E86C3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3035808"/>
            <a:ext cx="7315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6C36"/>
                </a:solidFill>
              </a:rPr>
              <a:t>L5 DKWS · Skill运行时+知识工程+银行数据统一访问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5760" y="320040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321868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C36"/>
                </a:solidFill>
              </a:rPr>
              <a:t>FastAPI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810512" y="320040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810512" y="321868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C36"/>
                </a:solidFill>
              </a:rPr>
              <a:t>Pydantic v2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255264" y="320040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55264" y="321868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C36"/>
                </a:solidFill>
              </a:rPr>
              <a:t>SQLAlchemy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700016" y="320040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00016" y="321868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C36"/>
                </a:solidFill>
              </a:rPr>
              <a:t>10个Skill API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144768" y="320040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44768" y="321868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C36"/>
                </a:solidFill>
              </a:rPr>
              <a:t>状态机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589520" y="320040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589520" y="321868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C36"/>
                </a:solidFill>
              </a:rPr>
              <a:t>五层工作区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9034272" y="320040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034272" y="321868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C36"/>
                </a:solidFill>
              </a:rPr>
              <a:t>数据接入 (Ingest)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10479024" y="320040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479024" y="321868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C36"/>
                </a:solidFill>
              </a:rPr>
              <a:t>客户知识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274320" y="3657600"/>
            <a:ext cx="11612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5760" y="3675888"/>
            <a:ext cx="7315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5D75"/>
                </a:solidFill>
              </a:rPr>
              <a:t>L6 适配层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365760" y="384048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5760" y="385876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关系持久化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1810512" y="384048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810512" y="385876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语义持久化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3255264" y="384048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E8E8E8"/>
          </a:solidFill>
          <a:ln w="3810">
            <a:solidFill>
              <a:srgbClr val="B0B5B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55264" y="385876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5BF"/>
                </a:solidFill>
              </a:rPr>
              <a:t>知识文件系统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4700016" y="384048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E8E8E8"/>
          </a:solidFill>
          <a:ln w="3810">
            <a:solidFill>
              <a:srgbClr val="B0B5B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700016" y="385876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5BF"/>
                </a:solidFill>
              </a:rPr>
              <a:t>Oracle只读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144768" y="384048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144768" y="385876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CRM回写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589520" y="384048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589520" y="385876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C36"/>
                </a:solidFill>
              </a:rPr>
              <a:t>DSH Skill执行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74320" y="4297680"/>
            <a:ext cx="11612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65760" y="4315968"/>
            <a:ext cx="7315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0B5BF"/>
                </a:solidFill>
              </a:rPr>
              <a:t>L7 数据存储 · GITS 仅管理 MySQL，其余由 DKWS 统一访问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65760" y="44805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B0B5B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65760" y="449884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MySQL / H2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1810512" y="44805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5080">
            <a:solidFill>
              <a:srgbClr val="B0B5B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810512" y="449884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142"/>
                </a:solidFill>
              </a:rPr>
              <a:t>Flyway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3255264" y="44805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55264" y="4498848"/>
            <a:ext cx="1371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C36"/>
                </a:solidFill>
              </a:rPr>
              <a:t>DKWS 统一数据访问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274320" y="4937760"/>
            <a:ext cx="11612880" cy="868680"/>
          </a:xfrm>
          <a:prstGeom prst="rect">
            <a:avLst/>
          </a:prstGeom>
          <a:solidFill>
            <a:srgbClr val="F0F1F3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65760" y="4956048"/>
            <a:ext cx="11430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C36"/>
                </a:solidFill>
              </a:rPr>
              <a:t>架构演进
</a:t>
            </a:r>
            <a:r>
              <a:rPr lang="en-US" sz="700" dirty="0">
                <a:solidFill>
                  <a:srgbClr val="4F5D75"/>
                </a:solidFill>
              </a:rPr>
              <a:t>■ 知识文件系统 / InMemoryKnowledgeStore 已完全移除，知识供给由 DKWS Skill API 替代
</a:t>
            </a:r>
            <a:r>
              <a:rPr lang="en-US" sz="700" dirty="0">
                <a:solidFill>
                  <a:srgbClr val="4F5D75"/>
                </a:solidFill>
              </a:rPr>
              <a:t>■ Oracle只读 由 DKWS 统一适配：GITS 不再直连 Oracle，通过 DKWS 访问
</a:t>
            </a:r>
            <a:r>
              <a:rPr lang="en-US" sz="700" dirty="0">
                <a:solidFill>
                  <a:srgbClr val="4F5D75"/>
                </a:solidFill>
              </a:rPr>
              <a:t>■ Zone F 数据存储仅 MySQL/H2 由 GITS 直接管理，其余全部由 DKWS 统一访问
</a:t>
            </a:r>
            <a:r>
              <a:rPr lang="en-US" sz="700" dirty="0">
                <a:solidFill>
                  <a:srgbClr val="4F5D75"/>
                </a:solidFill>
              </a:rPr>
              <a:t>■ DKWS = Skill运行时 + 知识工程 + 银行各种数据统一访问适配层
</a:t>
            </a:r>
            <a:r>
              <a:rPr lang="en-US" sz="700" dirty="0">
                <a:solidFill>
                  <a:srgbClr val="4F5D75"/>
                </a:solidFill>
              </a:rPr>
              <a:t>■ knowledge-architecture 端口接口保留，实现为 fail-closed 桩（DKWS 待集成）
</a:t>
            </a:r>
            <a:r>
              <a:rPr lang="en-US" sz="700" b="1" dirty="0">
                <a:solidFill>
                  <a:srgbClr val="E86C36"/>
                </a:solidFill>
              </a:rPr>
              <a:t>■ scenario/seed 仅为 H2 种子数据资产，非架构层；知识数据由 DKWS 供给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69059" y="227528"/>
            <a:ext cx="11469533" cy="631937"/>
          </a:xfrm>
        </p:spPr>
        <p:txBody>
          <a:bodyPr>
            <a:noAutofit/>
          </a:bodyPr>
          <a:p>
            <a:r>
              <a:rPr lang="zh-CN" altLang="en-US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金融板块</a:t>
            </a:r>
            <a:r>
              <a:rPr lang="en-US" altLang="zh-CN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</a:t>
            </a:r>
            <a:r>
              <a:rPr lang="zh-CN" altLang="en-US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：预研系统架构</a:t>
            </a:r>
            <a:r>
              <a:rPr lang="en-US" altLang="zh-CN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-</a:t>
            </a:r>
            <a:r>
              <a:rPr lang="zh-CN" altLang="en-US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杭州银行项目中如何落地知识工程</a:t>
            </a:r>
            <a:endParaRPr lang="zh-CN" altLang="en-US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274320" y="4989830"/>
            <a:ext cx="11612880" cy="18148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accent1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97" name="Shape 95"/>
          <p:cNvSpPr/>
          <p:nvPr/>
        </p:nvSpPr>
        <p:spPr>
          <a:xfrm>
            <a:off x="2834640" y="5128260"/>
            <a:ext cx="8869680" cy="1283970"/>
          </a:xfrm>
          <a:prstGeom prst="roundRect">
            <a:avLst>
              <a:gd name="adj" fmla="val 10526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297680" y="5198745"/>
            <a:ext cx="5853430" cy="1651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4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知识工程运行态</a:t>
            </a:r>
            <a:r>
              <a:rPr lang="en-US" altLang="zh-CN" sz="1400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(</a:t>
            </a:r>
            <a:r>
              <a:rPr lang="en-US" sz="1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统一数据访问层)</a:t>
            </a:r>
            <a:endParaRPr lang="en-US" sz="1400" b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4340" y="1239520"/>
            <a:ext cx="11254740" cy="71501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3240" y="1268095"/>
            <a:ext cx="3544570" cy="15684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400" b="1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ZONE A · 前端 (frontend)</a:t>
            </a:r>
            <a:endParaRPr lang="en-US" sz="1400" b="1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91865" y="1330960"/>
            <a:ext cx="3544570" cy="113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Vue3 + Naive UI + Tailwind + ECharts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3240" y="1518920"/>
            <a:ext cx="2082800" cy="349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240" y="1553845"/>
            <a:ext cx="2082800" cy="2444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客户经营工作台</a:t>
            </a:r>
            <a:endParaRPr lang="en-US" sz="10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38755" y="1518920"/>
            <a:ext cx="2082800" cy="349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38755" y="1553845"/>
            <a:ext cx="2082800" cy="2444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知识地图浏览器</a:t>
            </a:r>
            <a:endParaRPr lang="en-US" sz="10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54270" y="1518920"/>
            <a:ext cx="2082800" cy="349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4270" y="1553845"/>
            <a:ext cx="2082800" cy="2444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企业上下游分析</a:t>
            </a:r>
            <a:endParaRPr lang="en-US" sz="10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169150" y="1518920"/>
            <a:ext cx="2082800" cy="349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9150" y="1553845"/>
            <a:ext cx="2082800" cy="2444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访前/访后报告</a:t>
            </a:r>
            <a:endParaRPr lang="en-US" sz="10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384665" y="1518920"/>
            <a:ext cx="2082800" cy="349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84665" y="1553845"/>
            <a:ext cx="2082800" cy="2444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产品组合</a:t>
            </a:r>
            <a:r>
              <a:rPr lang="en-US" sz="10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/产品匹配</a:t>
            </a:r>
            <a:endParaRPr lang="en-US" sz="10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4340" y="2042160"/>
            <a:ext cx="11254740" cy="84963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240" y="2059940"/>
            <a:ext cx="3544570" cy="15684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400" b="1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ZONE B · 应用服务 (apps)</a:t>
            </a:r>
            <a:endParaRPr lang="en-US" sz="1400" b="1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91865" y="2103755"/>
            <a:ext cx="3544570" cy="113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Spring Boot · 端口驱动装配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3240" y="2321560"/>
            <a:ext cx="3101975" cy="4711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240" y="2338705"/>
            <a:ext cx="3101975" cy="1397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API 服务 (8080)</a:t>
            </a:r>
            <a:endParaRPr lang="en-US" sz="10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0540" y="2478405"/>
            <a:ext cx="3101975" cy="2324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客户旅程编排 | KYC洞察服务|</a:t>
            </a: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客户上下文服务 </a:t>
            </a:r>
            <a:endParaRPr lang="en-US" sz="1000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| 报告生成供应链图谱 | 知识装配</a:t>
            </a:r>
            <a:endParaRPr lang="en-US" sz="1000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57295" y="2321560"/>
            <a:ext cx="1949450" cy="4711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57295" y="2338705"/>
            <a:ext cx="1949450" cy="1397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Worker (8090)</a:t>
            </a:r>
            <a:endParaRPr lang="en-US" sz="10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57295" y="2548255"/>
            <a:ext cx="1949450" cy="1047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</a:rPr>
              <a:t>领域事件消费|</a:t>
            </a: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异步任务处理</a:t>
            </a:r>
            <a:endParaRPr lang="en-US" sz="1000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06160" y="2321560"/>
            <a:ext cx="2560320" cy="47117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1700" y="2338705"/>
            <a:ext cx="2126615" cy="1397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7C3AE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知识工程</a:t>
            </a:r>
            <a:r>
              <a:rPr lang="en-US" sz="1200" b="1" dirty="0">
                <a:solidFill>
                  <a:srgbClr val="7C3AE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Skill </a:t>
            </a:r>
            <a:r>
              <a:rPr lang="zh-CN" altLang="en-US" sz="1200" b="1" dirty="0">
                <a:solidFill>
                  <a:srgbClr val="7C3AE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输出</a:t>
            </a:r>
            <a:endParaRPr lang="zh-CN" altLang="en-US" sz="1200" b="1" dirty="0">
              <a:solidFill>
                <a:srgbClr val="7C3AE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076315" y="2548255"/>
            <a:ext cx="2126615" cy="1047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Skill</a:t>
            </a:r>
            <a:r>
              <a:rPr lang="zh-CN" alt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服务接口</a:t>
            </a: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| HTTP适配器</a:t>
            </a:r>
            <a:endParaRPr lang="en-US" sz="1000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251315" y="2321560"/>
            <a:ext cx="2098040" cy="470535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2338705"/>
            <a:ext cx="2038350" cy="1397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场景执行 (scenario)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133840" y="2548255"/>
            <a:ext cx="2038350" cy="1047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</a:rPr>
              <a:t>知识</a:t>
            </a:r>
            <a:r>
              <a:rPr lang="zh-CN" alt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</a:rPr>
              <a:t>提供</a:t>
            </a: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</a:rPr>
              <a:t>|</a:t>
            </a: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知识装配结果</a:t>
            </a:r>
            <a:endParaRPr lang="en-US" sz="1000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34340" y="3016885"/>
            <a:ext cx="11254740" cy="907415"/>
          </a:xfrm>
          <a:prstGeom prst="rect">
            <a:avLst/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240" y="3034665"/>
            <a:ext cx="5317490" cy="15684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400" b="1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ZONE C · 领域模块 (modules)</a:t>
            </a:r>
            <a:endParaRPr lang="en-US" sz="1400" b="1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067810" y="3060700"/>
            <a:ext cx="5317490" cy="1136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端口接口驱动 · 纯业务逻辑 · 无框架依赖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23240" y="3296285"/>
            <a:ext cx="2215515" cy="502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240" y="3313430"/>
            <a:ext cx="2215515" cy="1308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运营本体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23240" y="3451860"/>
            <a:ext cx="2215515" cy="2444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声明调解</a:t>
            </a:r>
            <a:r>
              <a:rPr lang="x-none" alt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|</a:t>
            </a:r>
            <a:r>
              <a:rPr 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领域事件发布</a:t>
            </a:r>
            <a:r>
              <a:rPr lang="x-none" alt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|</a:t>
            </a:r>
            <a:endParaRPr lang="x-none" altLang="en-US" sz="800" dirty="0">
              <a:solidFill>
                <a:srgbClr val="2E5AA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场景数据供给</a:t>
            </a:r>
            <a:r>
              <a:rPr lang="x-none" alt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|</a:t>
            </a:r>
            <a:r>
              <a:rPr lang="zh-CN" altLang="x-none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结构化数据</a:t>
            </a:r>
            <a:endParaRPr lang="zh-CN" altLang="x-none" sz="800" dirty="0">
              <a:solidFill>
                <a:srgbClr val="2E5AA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314700" y="3296285"/>
            <a:ext cx="2215515" cy="503555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14700" y="3313430"/>
            <a:ext cx="2215515" cy="1308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客户旅程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3314700" y="3444875"/>
            <a:ext cx="2215515" cy="269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知识工程</a:t>
            </a:r>
            <a:r>
              <a:rPr 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客户端|</a:t>
            </a:r>
            <a:r>
              <a:rPr 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Skill</a:t>
            </a:r>
            <a:r>
              <a:rPr lang="zh-CN" alt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调用</a:t>
            </a:r>
            <a:r>
              <a:rPr lang="en-US" altLang="zh-CN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|</a:t>
            </a:r>
            <a:endParaRPr lang="en-US" altLang="zh-CN" sz="800" dirty="0">
              <a:solidFill>
                <a:srgbClr val="2E5AA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CRM回写通道|评估</a:t>
            </a:r>
            <a:endParaRPr lang="en-US" altLang="zh-CN" sz="800" dirty="0">
              <a:solidFill>
                <a:srgbClr val="2E5AA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106160" y="3296285"/>
            <a:ext cx="2560320" cy="503555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6160" y="3313430"/>
            <a:ext cx="2392680" cy="1308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知识架构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106160" y="3427095"/>
            <a:ext cx="2299970" cy="2863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知识地图·知识要素| </a:t>
            </a:r>
            <a:r>
              <a:rPr 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知识百科·资产目录|</a:t>
            </a:r>
            <a:endParaRPr lang="en-US" sz="800" dirty="0">
              <a:solidFill>
                <a:srgbClr val="2E5AA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激活契约·路由策略|</a:t>
            </a:r>
            <a:r>
              <a:rPr lang="zh-CN" alt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数据工程</a:t>
            </a:r>
            <a:r>
              <a:rPr 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数据投影</a:t>
            </a:r>
            <a:endParaRPr lang="en-US" sz="800" dirty="0">
              <a:solidFill>
                <a:srgbClr val="2E5AA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9251950" y="3296285"/>
            <a:ext cx="2097405" cy="503555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84665" y="3313430"/>
            <a:ext cx="1964690" cy="13843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人工动作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9349740" y="3451860"/>
            <a:ext cx="1974850" cy="2622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端口: 审计日志|</a:t>
            </a:r>
            <a:r>
              <a:rPr 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任务·承诺|</a:t>
            </a:r>
            <a:endParaRPr lang="en-US" sz="800" dirty="0">
              <a:solidFill>
                <a:srgbClr val="2E5AA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机会·外部事件</a:t>
            </a:r>
            <a:endParaRPr lang="en-US" sz="800" dirty="0">
              <a:solidFill>
                <a:srgbClr val="2E5AA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434340" y="4009390"/>
            <a:ext cx="11254740" cy="802640"/>
          </a:xfrm>
          <a:prstGeom prst="rect">
            <a:avLst/>
          </a:prstGeom>
          <a:solidFill>
            <a:srgbClr val="FDF2F8"/>
          </a:solidFill>
          <a:ln w="12700">
            <a:solidFill>
              <a:srgbClr val="FBCF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3240" y="4041775"/>
            <a:ext cx="3544570" cy="1568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ZONE D · 适配层 (adapters)</a:t>
            </a:r>
            <a:endParaRPr lang="en-US" sz="1400" b="1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3612515" y="4066540"/>
            <a:ext cx="2582545" cy="12509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接口实现 · 防腐层 · 外部系统对接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523240" y="4305935"/>
            <a:ext cx="2038350" cy="418465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F9A8D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3240" y="4323715"/>
            <a:ext cx="2038350" cy="1308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关系持久化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523240" y="4469765"/>
            <a:ext cx="2038350" cy="2006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MyBatis·JDBC仓储</a:t>
            </a:r>
            <a:endParaRPr lang="en-US" sz="1000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MySQL/H2读写</a:t>
            </a:r>
            <a:endParaRPr lang="en-US" sz="1000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2915920" y="4305935"/>
            <a:ext cx="2614295" cy="418465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F9A8D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47415" y="4323715"/>
            <a:ext cx="1506855" cy="1308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DMN决策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3152140" y="4476115"/>
            <a:ext cx="2378075" cy="19494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KIE </a:t>
            </a: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DMN（Decision Model and Notation） </a:t>
            </a: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自动化决策表</a:t>
            </a: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Runtime</a:t>
            </a:r>
            <a:endParaRPr lang="en-US" sz="1000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9286240" y="4305935"/>
            <a:ext cx="2134870" cy="418465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F9A8D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286240" y="4323715"/>
            <a:ext cx="1506855" cy="1308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CRM回写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9349105" y="4498340"/>
            <a:ext cx="2008505" cy="971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HTTP CRM回写</a:t>
            </a: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.</a:t>
            </a: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日志CRM回写</a:t>
            </a:r>
            <a:endParaRPr lang="en-US" sz="1000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5839460" y="4305935"/>
            <a:ext cx="2827020" cy="418465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65215" y="4331335"/>
            <a:ext cx="1760220" cy="1308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x-none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知</a:t>
            </a:r>
            <a:r>
              <a:rPr lang="zh-CN" altLang="x-none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识工程</a:t>
            </a:r>
            <a:r>
              <a:rPr lang="x-none" altLang="zh-CN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(LLM)</a:t>
            </a: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客户端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6460490" y="4509135"/>
            <a:ext cx="1506855" cy="958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真实LLM客户端(REST)</a:t>
            </a:r>
            <a:endParaRPr lang="en-US" sz="1000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1717675" y="4983480"/>
            <a:ext cx="2968625" cy="15684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400" b="1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ZONE E · </a:t>
            </a:r>
            <a:r>
              <a:rPr lang="zh-CN" altLang="en-US" sz="1400" b="1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知识工程运行平台</a:t>
            </a:r>
            <a:endParaRPr lang="zh-CN" altLang="en-US" sz="1400" b="1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5751830" y="1885315"/>
            <a:ext cx="0" cy="156845"/>
          </a:xfrm>
          <a:prstGeom prst="line">
            <a:avLst/>
          </a:prstGeom>
          <a:noFill/>
          <a:ln w="28575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2073910" y="2807970"/>
            <a:ext cx="0" cy="209550"/>
          </a:xfrm>
          <a:prstGeom prst="line">
            <a:avLst/>
          </a:prstGeom>
          <a:noFill/>
          <a:ln w="28575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4732655" y="2807970"/>
            <a:ext cx="0" cy="209550"/>
          </a:xfrm>
          <a:prstGeom prst="line">
            <a:avLst/>
          </a:prstGeom>
          <a:noFill/>
          <a:ln w="28575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7139940" y="2807970"/>
            <a:ext cx="0" cy="20955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1630680" y="3817620"/>
            <a:ext cx="0" cy="191770"/>
          </a:xfrm>
          <a:prstGeom prst="line">
            <a:avLst/>
          </a:prstGeom>
          <a:noFill/>
          <a:ln w="28575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4333875" y="3817620"/>
            <a:ext cx="0" cy="191770"/>
          </a:xfrm>
          <a:prstGeom prst="line">
            <a:avLst/>
          </a:prstGeom>
          <a:noFill/>
          <a:ln w="28575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7139940" y="3817620"/>
            <a:ext cx="0" cy="19177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1541780" y="4779645"/>
            <a:ext cx="635" cy="490220"/>
          </a:xfrm>
          <a:prstGeom prst="line">
            <a:avLst/>
          </a:prstGeom>
          <a:noFill/>
          <a:ln w="28575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7139940" y="4723765"/>
            <a:ext cx="635" cy="334645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87" name="Shape 100"/>
          <p:cNvSpPr/>
          <p:nvPr/>
        </p:nvSpPr>
        <p:spPr>
          <a:xfrm>
            <a:off x="10300335" y="2818130"/>
            <a:ext cx="0" cy="209550"/>
          </a:xfrm>
          <a:prstGeom prst="line">
            <a:avLst/>
          </a:prstGeom>
          <a:noFill/>
          <a:ln w="28575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12" name="圆角矩形 111"/>
          <p:cNvSpPr/>
          <p:nvPr/>
        </p:nvSpPr>
        <p:spPr>
          <a:xfrm>
            <a:off x="3207385" y="5406390"/>
            <a:ext cx="1344295" cy="335280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知识工程规范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6212840" y="5406390"/>
            <a:ext cx="1416050" cy="335280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Agent</a:t>
            </a:r>
            <a:r>
              <a:rPr lang="x-none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/skill</a:t>
            </a:r>
            <a:r>
              <a:rPr lang="zh-CN" altLang="x-none" sz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路由</a:t>
            </a:r>
            <a:endParaRPr lang="zh-CN" altLang="x-none" sz="120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9177020" y="5406390"/>
            <a:ext cx="2145665" cy="335280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Sill</a:t>
            </a:r>
            <a:r>
              <a:rPr lang="x-none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/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Tool</a:t>
            </a:r>
            <a:r>
              <a:rPr lang="x-none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s</a:t>
            </a:r>
            <a:r>
              <a:rPr lang="zh-CN" altLang="x-none" sz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运行态</a:t>
            </a:r>
            <a:endParaRPr lang="zh-CN" altLang="x-none" sz="120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5" name="圆角矩形 114"/>
          <p:cNvSpPr/>
          <p:nvPr/>
        </p:nvSpPr>
        <p:spPr>
          <a:xfrm>
            <a:off x="7785735" y="5406390"/>
            <a:ext cx="1233805" cy="335280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skill</a:t>
            </a:r>
            <a:r>
              <a:rPr lang="zh-CN" altLang="x-none" sz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注册</a:t>
            </a:r>
            <a:endParaRPr lang="zh-CN" altLang="x-none" sz="120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3206750" y="6106160"/>
            <a:ext cx="8115935" cy="224155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原始知识访问适配</a:t>
            </a:r>
            <a:endParaRPr lang="zh-CN" sz="120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4686300" y="5406390"/>
            <a:ext cx="1344295" cy="335280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知识资产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8" name="圆柱形 117"/>
          <p:cNvSpPr/>
          <p:nvPr/>
        </p:nvSpPr>
        <p:spPr>
          <a:xfrm>
            <a:off x="2901315" y="6483350"/>
            <a:ext cx="1396365" cy="300355"/>
          </a:xfrm>
          <a:prstGeom prst="can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楷体" panose="02010609060101010101" charset="-122"/>
                <a:ea typeface="楷体" panose="02010609060101010101" charset="-122"/>
              </a:rPr>
              <a:t>RAG</a:t>
            </a:r>
            <a:endParaRPr lang="en-US" altLang="zh-CN" sz="12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9" name="圆柱形 118"/>
          <p:cNvSpPr/>
          <p:nvPr/>
        </p:nvSpPr>
        <p:spPr>
          <a:xfrm>
            <a:off x="4551680" y="6503670"/>
            <a:ext cx="1396365" cy="300355"/>
          </a:xfrm>
          <a:prstGeom prst="can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x-none" sz="1200">
                <a:latin typeface="楷体" panose="02010609060101010101" charset="-122"/>
                <a:ea typeface="楷体" panose="02010609060101010101" charset="-122"/>
              </a:rPr>
              <a:t>企业知识图谱</a:t>
            </a:r>
            <a:endParaRPr lang="zh-CN" altLang="x-none" sz="12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0" name="圆柱形 119"/>
          <p:cNvSpPr/>
          <p:nvPr/>
        </p:nvSpPr>
        <p:spPr>
          <a:xfrm>
            <a:off x="6389370" y="6503670"/>
            <a:ext cx="1396365" cy="300355"/>
          </a:xfrm>
          <a:prstGeom prst="can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x-none" sz="1200">
                <a:latin typeface="楷体" panose="02010609060101010101" charset="-122"/>
                <a:ea typeface="楷体" panose="02010609060101010101" charset="-122"/>
              </a:rPr>
              <a:t>主数据</a:t>
            </a:r>
            <a:endParaRPr lang="zh-CN" altLang="x-none" sz="12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1" name="圆柱形 120"/>
          <p:cNvSpPr/>
          <p:nvPr/>
        </p:nvSpPr>
        <p:spPr>
          <a:xfrm>
            <a:off x="8077200" y="6503670"/>
            <a:ext cx="1396365" cy="300355"/>
          </a:xfrm>
          <a:prstGeom prst="can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x-none" sz="1200">
                <a:latin typeface="楷体" panose="02010609060101010101" charset="-122"/>
                <a:ea typeface="楷体" panose="02010609060101010101" charset="-122"/>
              </a:rPr>
              <a:t>数仓</a:t>
            </a:r>
            <a:r>
              <a:rPr lang="x-none" altLang="zh-CN" sz="1200">
                <a:latin typeface="楷体" panose="02010609060101010101" charset="-122"/>
                <a:ea typeface="楷体" panose="02010609060101010101" charset="-122"/>
              </a:rPr>
              <a:t>/</a:t>
            </a:r>
            <a:r>
              <a:rPr lang="zh-CN" altLang="x-none" sz="1200">
                <a:latin typeface="楷体" panose="02010609060101010101" charset="-122"/>
                <a:ea typeface="楷体" panose="02010609060101010101" charset="-122"/>
              </a:rPr>
              <a:t>集市</a:t>
            </a:r>
            <a:endParaRPr lang="zh-CN" altLang="x-none" sz="12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2" name="圆柱形 121"/>
          <p:cNvSpPr/>
          <p:nvPr/>
        </p:nvSpPr>
        <p:spPr>
          <a:xfrm>
            <a:off x="719455" y="5269865"/>
            <a:ext cx="1396365" cy="300355"/>
          </a:xfrm>
          <a:prstGeom prst="can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x-none" sz="1200">
                <a:latin typeface="楷体" panose="02010609060101010101" charset="-122"/>
                <a:ea typeface="楷体" panose="02010609060101010101" charset="-122"/>
              </a:rPr>
              <a:t>主数据</a:t>
            </a:r>
            <a:endParaRPr lang="zh-CN" altLang="x-none" sz="12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3" name="圆柱形 122"/>
          <p:cNvSpPr/>
          <p:nvPr/>
        </p:nvSpPr>
        <p:spPr>
          <a:xfrm>
            <a:off x="9825355" y="6503670"/>
            <a:ext cx="1396365" cy="300355"/>
          </a:xfrm>
          <a:prstGeom prst="can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>
                <a:latin typeface="楷体" panose="02010609060101010101" charset="-122"/>
                <a:ea typeface="楷体" panose="02010609060101010101" charset="-122"/>
              </a:rPr>
              <a:t>OSS</a:t>
            </a:r>
            <a:endParaRPr lang="en-US" sz="12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4" name="Shape 103"/>
          <p:cNvSpPr/>
          <p:nvPr/>
        </p:nvSpPr>
        <p:spPr>
          <a:xfrm>
            <a:off x="3703320" y="6350508"/>
            <a:ext cx="0" cy="201168"/>
          </a:xfrm>
          <a:prstGeom prst="line">
            <a:avLst/>
          </a:prstGeom>
          <a:noFill/>
          <a:ln w="28575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25" name="Shape 103"/>
          <p:cNvSpPr/>
          <p:nvPr/>
        </p:nvSpPr>
        <p:spPr>
          <a:xfrm>
            <a:off x="5257800" y="6325108"/>
            <a:ext cx="0" cy="201168"/>
          </a:xfrm>
          <a:prstGeom prst="line">
            <a:avLst/>
          </a:prstGeom>
          <a:noFill/>
          <a:ln w="28575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26" name="Shape 103"/>
          <p:cNvSpPr/>
          <p:nvPr/>
        </p:nvSpPr>
        <p:spPr>
          <a:xfrm>
            <a:off x="7086600" y="6330188"/>
            <a:ext cx="0" cy="201168"/>
          </a:xfrm>
          <a:prstGeom prst="line">
            <a:avLst/>
          </a:prstGeom>
          <a:noFill/>
          <a:ln w="28575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27" name="Shape 103"/>
          <p:cNvSpPr/>
          <p:nvPr/>
        </p:nvSpPr>
        <p:spPr>
          <a:xfrm>
            <a:off x="8903970" y="6325108"/>
            <a:ext cx="0" cy="201168"/>
          </a:xfrm>
          <a:prstGeom prst="line">
            <a:avLst/>
          </a:prstGeom>
          <a:noFill/>
          <a:ln w="28575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28" name="Shape 103"/>
          <p:cNvSpPr/>
          <p:nvPr/>
        </p:nvSpPr>
        <p:spPr>
          <a:xfrm>
            <a:off x="10454005" y="6330188"/>
            <a:ext cx="0" cy="201168"/>
          </a:xfrm>
          <a:prstGeom prst="line">
            <a:avLst/>
          </a:prstGeom>
          <a:noFill/>
          <a:ln w="28575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30" name="矩形 129"/>
          <p:cNvSpPr/>
          <p:nvPr/>
        </p:nvSpPr>
        <p:spPr>
          <a:xfrm>
            <a:off x="269240" y="1142365"/>
            <a:ext cx="11626215" cy="3763645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1" name="文本框 130"/>
          <p:cNvSpPr txBox="1"/>
          <p:nvPr/>
        </p:nvSpPr>
        <p:spPr>
          <a:xfrm>
            <a:off x="1542415" y="737870"/>
            <a:ext cx="95478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（知识工程运行态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=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SkillRuntime + 知识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地图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+ 数据统一访问适配层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3207385" y="5789295"/>
            <a:ext cx="8117205" cy="255905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133" name="Text 13"/>
          <p:cNvSpPr/>
          <p:nvPr/>
        </p:nvSpPr>
        <p:spPr>
          <a:xfrm>
            <a:off x="3477260" y="5807710"/>
            <a:ext cx="7613015" cy="237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</a:rPr>
              <a:t>五层</a:t>
            </a: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</a:rPr>
              <a:t>资产</a:t>
            </a: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</a:rPr>
              <a:t>工作区</a:t>
            </a: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L1 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原始输入层、</a:t>
            </a:r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L2 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加工工作层、</a:t>
            </a:r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L3 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核心资产层、</a:t>
            </a:r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L4 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服务投影层、</a:t>
            </a:r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L5 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治理层</a:t>
            </a:r>
            <a:endParaRPr lang="zh-CN" altLang="en-US" sz="1200" b="1" dirty="0">
              <a:solidFill>
                <a:srgbClr val="E86C3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金融板块</a:t>
            </a:r>
            <a:r>
              <a:rPr lang="en-US" altLang="zh-CN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</a:t>
            </a:r>
            <a:r>
              <a:rPr lang="zh-CN" altLang="en-US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：</a:t>
            </a:r>
            <a:r>
              <a:rPr lang="en-US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BUSS</a:t>
            </a:r>
            <a:r>
              <a:rPr lang="zh-CN" altLang="en-US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营销领域的知识工程业务应用流程</a:t>
            </a:r>
            <a:endParaRPr lang="zh-CN" altLang="en-US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1101725"/>
            <a:ext cx="11612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20013"/>
            <a:ext cx="7315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PHASE 0 · 数据准备</a:t>
            </a:r>
            <a:endParaRPr lang="en-US" sz="1200" b="1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28460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1435"/>
            <a:ext cx="1588770" cy="237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场景</a:t>
            </a: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权威</a:t>
            </a:r>
            <a:r>
              <a:rPr lang="zh-CN" alt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</a:t>
            </a: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源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148840" y="143090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86000" y="128460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30289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营销平台管理数据</a:t>
            </a:r>
            <a:endParaRPr lang="en-US" sz="12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69080" y="143090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06240" y="128460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321308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知识工程</a:t>
            </a: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只读接入</a:t>
            </a:r>
            <a:endParaRPr lang="en-US" sz="12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89320" y="1430909"/>
            <a:ext cx="137160" cy="0"/>
          </a:xfrm>
          <a:prstGeom prst="line">
            <a:avLst/>
          </a:prstGeom>
          <a:noFill/>
          <a:ln w="10160">
            <a:solidFill>
              <a:srgbClr val="E86C3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128460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6355" y="1303020"/>
            <a:ext cx="1324610" cy="237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</a:rPr>
              <a:t>五层工作区构建</a:t>
            </a:r>
            <a:endParaRPr lang="en-US" sz="1200" b="1" dirty="0">
              <a:solidFill>
                <a:srgbClr val="E86C3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1741805"/>
            <a:ext cx="11612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760093"/>
            <a:ext cx="7315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PHASE 1 · 客户旅程启动</a:t>
            </a:r>
            <a:endParaRPr lang="en-US" sz="1200" b="1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192468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94297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客户识别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148840" y="207098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286000" y="192468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94297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Orchestrator 编排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069080" y="207098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06240" y="192468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194297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Skill执行端口</a:t>
            </a:r>
            <a:endParaRPr lang="en-US" sz="1200" b="1" dirty="0">
              <a:solidFill>
                <a:srgbClr val="E86C36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89320" y="2070989"/>
            <a:ext cx="137160" cy="0"/>
          </a:xfrm>
          <a:prstGeom prst="line">
            <a:avLst/>
          </a:prstGeom>
          <a:noFill/>
          <a:ln w="10160">
            <a:solidFill>
              <a:srgbClr val="E86C3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26480" y="192468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94297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知识工程</a:t>
            </a: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Skill 执行</a:t>
            </a:r>
            <a:endParaRPr lang="en-US" sz="12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909560" y="2070989"/>
            <a:ext cx="137160" cy="0"/>
          </a:xfrm>
          <a:prstGeom prst="line">
            <a:avLst/>
          </a:prstGeom>
          <a:noFill/>
          <a:ln w="10160">
            <a:solidFill>
              <a:srgbClr val="E86C3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046720" y="192468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194297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旅程状态持久化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4320" y="2381885"/>
            <a:ext cx="11612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2E5A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400173"/>
            <a:ext cx="7315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PHASE 2 · 知识供给（DKWS Skill专用）</a:t>
            </a:r>
            <a:endParaRPr lang="en-US" sz="1200" b="1" dirty="0">
              <a:solidFill>
                <a:srgbClr val="2E5AA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65760" y="256476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58305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访前报告生成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148840" y="271106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286000" y="256476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0" y="258305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知识工程</a:t>
            </a: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访前报告</a:t>
            </a:r>
            <a:endParaRPr lang="en-US" sz="12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069080" y="2711069"/>
            <a:ext cx="137160" cy="0"/>
          </a:xfrm>
          <a:prstGeom prst="line">
            <a:avLst/>
          </a:prstGeom>
          <a:noFill/>
          <a:ln w="10160">
            <a:solidFill>
              <a:srgbClr val="E86C3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206240" y="256476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0" y="258305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外联脚本生成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989320" y="271106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126480" y="256476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258305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知识工程</a:t>
            </a: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外联脚本</a:t>
            </a:r>
            <a:endParaRPr lang="en-US" sz="12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909560" y="2711069"/>
            <a:ext cx="137160" cy="0"/>
          </a:xfrm>
          <a:prstGeom prst="line">
            <a:avLst/>
          </a:prstGeom>
          <a:noFill/>
          <a:ln w="10160">
            <a:solidFill>
              <a:srgbClr val="E86C36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046720" y="256476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0" y="258305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产品匹配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829800" y="271106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966960" y="256476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66960" y="258305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知识工程</a:t>
            </a: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产品匹配</a:t>
            </a:r>
            <a:endParaRPr lang="en-US" sz="1200" b="1" dirty="0">
              <a:solidFill>
                <a:srgbClr val="E86C36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74320" y="3021965"/>
            <a:ext cx="11612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040253"/>
            <a:ext cx="7315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PHASE 3 · 评估与决策</a:t>
            </a:r>
            <a:endParaRPr lang="en-US" sz="1200" b="1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65760" y="320484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22313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KYC 洞察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148840" y="335114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286000" y="320484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0" y="322313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DMN 声明调解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069080" y="335114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206240" y="320484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06240" y="322313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声明候选记录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989320" y="335114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126480" y="320484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0" y="322313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CRM 回写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909560" y="335114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8046720" y="320484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46720" y="322313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承诺管理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274320" y="3662045"/>
            <a:ext cx="11612880" cy="548640"/>
          </a:xfrm>
          <a:prstGeom prst="rect">
            <a:avLst/>
          </a:prstGeom>
          <a:solidFill>
            <a:srgbClr val="FFE0C0"/>
          </a:solidFill>
          <a:ln w="15240">
            <a:solidFill>
              <a:srgbClr val="E86C3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3680333"/>
            <a:ext cx="7315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PHASE 4 · </a:t>
            </a: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知识工程</a:t>
            </a:r>
            <a:r>
              <a:rPr lang="en-US" altLang="zh-CN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企业</a:t>
            </a: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上下游</a:t>
            </a: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图谱</a:t>
            </a: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分析</a:t>
            </a:r>
            <a:endParaRPr lang="zh-CN" altLang="en-US" sz="1200" b="1" dirty="0">
              <a:solidFill>
                <a:srgbClr val="E86C36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65760" y="384492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386321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知识工程</a:t>
            </a: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只读接入</a:t>
            </a:r>
            <a:endParaRPr lang="en-US" sz="12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2148840" y="3991229"/>
            <a:ext cx="137160" cy="0"/>
          </a:xfrm>
          <a:prstGeom prst="line">
            <a:avLst/>
          </a:prstGeom>
          <a:noFill/>
          <a:ln w="10160">
            <a:solidFill>
              <a:srgbClr val="E86C36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286000" y="384492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286000" y="386321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</a:rPr>
              <a:t>数据接入解析</a:t>
            </a:r>
            <a:endParaRPr lang="en-US" sz="1200" b="1" dirty="0">
              <a:solidFill>
                <a:srgbClr val="E86C3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4069080" y="3991229"/>
            <a:ext cx="137160" cy="0"/>
          </a:xfrm>
          <a:prstGeom prst="line">
            <a:avLst/>
          </a:prstGeom>
          <a:noFill/>
          <a:ln w="10160">
            <a:solidFill>
              <a:srgbClr val="E86C36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4206240" y="384492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06240" y="386321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</a:rPr>
              <a:t>五层工作区</a:t>
            </a:r>
            <a:endParaRPr lang="en-US" sz="1200" b="1" dirty="0">
              <a:solidFill>
                <a:srgbClr val="E86C3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5989320" y="3991229"/>
            <a:ext cx="137160" cy="0"/>
          </a:xfrm>
          <a:prstGeom prst="line">
            <a:avLst/>
          </a:prstGeom>
          <a:noFill/>
          <a:ln w="10160">
            <a:solidFill>
              <a:srgbClr val="E86C36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6126480" y="384492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26480" y="386321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Skill数据投影</a:t>
            </a:r>
            <a:endParaRPr lang="en-US" sz="1200" b="1" dirty="0">
              <a:solidFill>
                <a:srgbClr val="E86C36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7909560" y="3991229"/>
            <a:ext cx="137160" cy="0"/>
          </a:xfrm>
          <a:prstGeom prst="line">
            <a:avLst/>
          </a:prstGeom>
          <a:noFill/>
          <a:ln w="10160">
            <a:solidFill>
              <a:srgbClr val="E86C36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8046720" y="384492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046720" y="386321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</a:rPr>
              <a:t>图谱数据输出</a:t>
            </a:r>
            <a:endParaRPr lang="en-US" sz="1200" b="1" dirty="0">
              <a:solidFill>
                <a:srgbClr val="E86C3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9829800" y="3991229"/>
            <a:ext cx="137160" cy="0"/>
          </a:xfrm>
          <a:prstGeom prst="line">
            <a:avLst/>
          </a:prstGeom>
          <a:noFill/>
          <a:ln w="10160">
            <a:solidFill>
              <a:srgbClr val="E86C36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9966960" y="384492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966960" y="386321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前端 ECharts 渲染</a:t>
            </a:r>
            <a:endParaRPr lang="en-US" sz="1200" b="1" dirty="0">
              <a:solidFill>
                <a:srgbClr val="E86C36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274320" y="4302125"/>
            <a:ext cx="11612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5760" y="4320413"/>
            <a:ext cx="7315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PHASE 5 · 语义运行时</a:t>
            </a:r>
            <a:endParaRPr lang="en-US" sz="1200" b="1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365760" y="448500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5760" y="450329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OWL 本体加载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2148840" y="463130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2286000" y="448500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286000" y="450329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SHACL 校验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4069080" y="463130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4206240" y="448500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06240" y="450329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推理引擎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5989320" y="463130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6126480" y="448500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126480" y="450329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语义查询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274320" y="4942205"/>
            <a:ext cx="11612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65760" y="4960493"/>
            <a:ext cx="7315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PHASE 6 · 安全与运维</a:t>
            </a:r>
            <a:endParaRPr lang="en-US" sz="1200" b="1" dirty="0">
              <a:solidFill>
                <a:srgbClr val="4F5D7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365760" y="512508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65760" y="514337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API Key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2148840" y="527138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2286000" y="512508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286000" y="514337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CORS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4069080" y="527138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4206240" y="512508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206240" y="514337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OWASP 检查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5989320" y="527138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6126480" y="512508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126480" y="514337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Prometheus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7909560" y="527138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8046720" y="512508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046720" y="514337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Zipkin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9829800" y="5271389"/>
            <a:ext cx="137160" cy="0"/>
          </a:xfrm>
          <a:prstGeom prst="line">
            <a:avLst/>
          </a:prstGeom>
          <a:noFill/>
          <a:ln w="1016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9966960" y="5125085"/>
            <a:ext cx="17830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966960" y="5143373"/>
            <a:ext cx="1783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</a:rPr>
              <a:t>结构化日志</a:t>
            </a:r>
            <a:endParaRPr 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274320" y="5628005"/>
            <a:ext cx="11612880" cy="1229995"/>
          </a:xfrm>
          <a:prstGeom prst="rect">
            <a:avLst/>
          </a:prstGeom>
          <a:solidFill>
            <a:srgbClr val="F0F1F3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65760" y="5646420"/>
            <a:ext cx="11430000" cy="11029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架构演进说明
</a:t>
            </a:r>
            <a:r>
              <a:rPr 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 知识供给</a:t>
            </a:r>
            <a:r>
              <a:rPr lang="zh-CN" alt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统一</a:t>
            </a:r>
            <a:r>
              <a:rPr 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由 </a:t>
            </a: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知识工程</a:t>
            </a:r>
            <a:r>
              <a:rPr 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Skill API替代;</a:t>
            </a:r>
            <a:r>
              <a:rPr lang="zh-CN" alt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营销管理</a:t>
            </a:r>
            <a:r>
              <a:rPr lang="x-none" altLang="zh-CN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ben</a:t>
            </a:r>
            <a:r>
              <a:rPr lang="zh-CN" altLang="x-none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本地数据库</a:t>
            </a:r>
            <a:r>
              <a:rPr lang="zh-CN" alt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仅存入</a:t>
            </a:r>
            <a:r>
              <a:rPr lang="zh-CN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客户索引数据。</a:t>
            </a:r>
            <a:r>
              <a:rPr 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
2. </a:t>
            </a: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知识工程运行态</a:t>
            </a:r>
            <a:r>
              <a:rPr 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= Skill运行时 + 知识工程 + 银行各种数据统一访问适配层
3. </a:t>
            </a:r>
            <a:r>
              <a:rPr lang="zh-CN" alt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营销平台保留最小化</a:t>
            </a:r>
            <a:r>
              <a:rPr 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knowledge-architecture</a:t>
            </a:r>
            <a:r>
              <a:rPr lang="zh-CN" alt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服务</a:t>
            </a:r>
            <a:r>
              <a:rPr 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接口，实现为</a:t>
            </a:r>
            <a:r>
              <a:rPr lang="zh-CN" alt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无统一知识工层</a:t>
            </a:r>
            <a:r>
              <a:rPr 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
4. Phase 2 知识供给：5 个场景全部走 </a:t>
            </a:r>
            <a:r>
              <a:rPr lang="zh-CN" altLang="en-US" sz="1200" b="1" dirty="0">
                <a:solidFill>
                  <a:srgbClr val="E86C3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知识工程运行态平台</a:t>
            </a:r>
            <a:r>
              <a:rPr lang="en-US" sz="1200" dirty="0">
                <a:solidFill>
                  <a:srgbClr val="4F5D7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Skill-only（访前/外联/会面/产品/知识地图）</a:t>
            </a:r>
            <a:endParaRPr lang="en-US" sz="12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8230235" y="1178560"/>
            <a:ext cx="304101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L1 </a:t>
            </a:r>
            <a:r>
              <a:rPr lang="zh-CN" altLang="en-US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原始输入层、</a:t>
            </a:r>
            <a:r>
              <a:rPr lang="en-US" altLang="zh-CN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L2 </a:t>
            </a:r>
            <a:r>
              <a:rPr lang="zh-CN" altLang="en-US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加工工作层、</a:t>
            </a:r>
            <a:r>
              <a:rPr lang="en-US" altLang="zh-CN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L3 </a:t>
            </a:r>
            <a:r>
              <a:rPr lang="zh-CN" altLang="en-US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核心资产层、</a:t>
            </a:r>
            <a:r>
              <a:rPr lang="en-US" altLang="zh-CN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L4 </a:t>
            </a:r>
            <a:r>
              <a:rPr lang="zh-CN" altLang="en-US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服务投影层、</a:t>
            </a:r>
            <a:r>
              <a:rPr lang="en-US" altLang="zh-CN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L5 </a:t>
            </a:r>
            <a:r>
              <a:rPr lang="zh-CN" altLang="en-US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治理层</a:t>
            </a:r>
            <a:endParaRPr lang="zh-CN" altLang="en-US" sz="1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9232265" y="6051550"/>
            <a:ext cx="273050" cy="292735"/>
          </a:xfrm>
          <a:prstGeom prst="roundRect">
            <a:avLst>
              <a:gd name="adj" fmla="val 12500"/>
            </a:avLst>
          </a:prstGeom>
          <a:solidFill>
            <a:srgbClr val="FFE0C0"/>
          </a:solidFill>
          <a:ln w="12700">
            <a:solidFill>
              <a:srgbClr val="E86C36"/>
            </a:solidFill>
            <a:prstDash val="solid"/>
          </a:ln>
        </p:spPr>
      </p:sp>
      <p:sp>
        <p:nvSpPr>
          <p:cNvPr id="122" name="文本框 121"/>
          <p:cNvSpPr txBox="1"/>
          <p:nvPr/>
        </p:nvSpPr>
        <p:spPr>
          <a:xfrm>
            <a:off x="9969500" y="6051550"/>
            <a:ext cx="178054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200" b="1" dirty="0">
                <a:solidFill>
                  <a:srgbClr val="2D3142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结构化日志</a:t>
            </a:r>
            <a:endParaRPr lang="en-US" altLang="en-US" sz="1200" b="1" dirty="0">
              <a:solidFill>
                <a:srgbClr val="2D3142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2314</Words>
  <Application>WPS 演示</Application>
  <PresentationFormat>On-screen Show (16:9)</PresentationFormat>
  <Paragraphs>318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楷体</vt:lpstr>
      <vt:lpstr>黑体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GITS-KNO 架构图集</dc:title>
  <dc:creator>PptxGenJS</dc:creator>
  <dc:subject>PptxGenJS Presentation</dc:subject>
  <cp:lastModifiedBy>钟飞</cp:lastModifiedBy>
  <cp:revision>3</cp:revision>
  <dcterms:created xsi:type="dcterms:W3CDTF">2026-08-23T07:02:14Z</dcterms:created>
  <dcterms:modified xsi:type="dcterms:W3CDTF">2026-08-23T07:02:14Z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A96ED38CA1F4880E9E958A6AB026A263_42</vt:lpwstr>
  </property>
  <property fmtid="{D5CDD505-2E9C-101B-9397-08002B2CF9AE}" pid="3" name="KSOProductBuildVer">
    <vt:lpwstr>2052-12.1.2.25882</vt:lpwstr>
  </property>
</Properties>
</file>